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97" r:id="rId1"/>
    <p:sldMasterId id="2147483708" r:id="rId2"/>
    <p:sldMasterId id="2147483719" r:id="rId3"/>
    <p:sldMasterId id="2147483729" r:id="rId4"/>
  </p:sldMasterIdLst>
  <p:notesMasterIdLst>
    <p:notesMasterId r:id="rId32"/>
  </p:notesMasterIdLst>
  <p:sldIdLst>
    <p:sldId id="302" r:id="rId5"/>
    <p:sldId id="258" r:id="rId6"/>
    <p:sldId id="301" r:id="rId7"/>
    <p:sldId id="336" r:id="rId8"/>
    <p:sldId id="329" r:id="rId9"/>
    <p:sldId id="330" r:id="rId10"/>
    <p:sldId id="278" r:id="rId11"/>
    <p:sldId id="321" r:id="rId12"/>
    <p:sldId id="277" r:id="rId13"/>
    <p:sldId id="326" r:id="rId14"/>
    <p:sldId id="334" r:id="rId15"/>
    <p:sldId id="275" r:id="rId16"/>
    <p:sldId id="317" r:id="rId17"/>
    <p:sldId id="305" r:id="rId18"/>
    <p:sldId id="284" r:id="rId19"/>
    <p:sldId id="269" r:id="rId20"/>
    <p:sldId id="270" r:id="rId21"/>
    <p:sldId id="314" r:id="rId22"/>
    <p:sldId id="315" r:id="rId23"/>
    <p:sldId id="272" r:id="rId24"/>
    <p:sldId id="318" r:id="rId25"/>
    <p:sldId id="337" r:id="rId26"/>
    <p:sldId id="323" r:id="rId27"/>
    <p:sldId id="324" r:id="rId28"/>
    <p:sldId id="327" r:id="rId29"/>
    <p:sldId id="264" r:id="rId30"/>
    <p:sldId id="33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FBAABAB-D04C-4D74-8BB1-E9D45759ED63}">
          <p14:sldIdLst>
            <p14:sldId id="302"/>
            <p14:sldId id="258"/>
            <p14:sldId id="301"/>
            <p14:sldId id="336"/>
          </p14:sldIdLst>
        </p14:section>
        <p14:section name="Introductions" id="{035DB504-6A38-49DE-A829-E6AD4326D50C}">
          <p14:sldIdLst>
            <p14:sldId id="329"/>
            <p14:sldId id="330"/>
            <p14:sldId id="278"/>
            <p14:sldId id="321"/>
            <p14:sldId id="277"/>
            <p14:sldId id="326"/>
          </p14:sldIdLst>
        </p14:section>
        <p14:section name="Course Goals" id="{2B516A00-4718-4EA7-8C69-80BF033883C0}">
          <p14:sldIdLst>
            <p14:sldId id="334"/>
            <p14:sldId id="275"/>
          </p14:sldIdLst>
        </p14:section>
        <p14:section name="Logistics and Layout" id="{9A7616A7-8A70-4109-957D-CE1C26397573}">
          <p14:sldIdLst>
            <p14:sldId id="317"/>
          </p14:sldIdLst>
        </p14:section>
        <p14:section name="Syllabus and Course Expectations" id="{2A86EBAF-ADE9-4E76-9F1C-BD72DFD54DEC}">
          <p14:sldIdLst>
            <p14:sldId id="305"/>
            <p14:sldId id="284"/>
            <p14:sldId id="269"/>
            <p14:sldId id="270"/>
            <p14:sldId id="314"/>
            <p14:sldId id="315"/>
            <p14:sldId id="272"/>
            <p14:sldId id="318"/>
            <p14:sldId id="337"/>
            <p14:sldId id="323"/>
            <p14:sldId id="324"/>
            <p14:sldId id="327"/>
            <p14:sldId id="264"/>
            <p14:sldId id="3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12D1D6-DA65-30C6-ED84-EDF19215FDE8}" name="Heather Talbott" initials="HT" userId="70ce2ba38ced839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14856D-03F5-4F9A-B3D2-0A86F244D80F}" v="1" dt="2026-08-25T20:24:05.533"/>
    <p1510:client id="{B75A0771-BC94-460D-8A14-6C8B02ACD836}" v="12" dt="2026-08-25T17:20:35.120"/>
    <p1510:client id="{C04E538D-1F96-FC13-E59E-BDE3029C6330}" v="1" dt="2026-08-25T20:53:07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354" y="114"/>
      </p:cViewPr>
      <p:guideLst>
        <p:guide orient="horz" pos="211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98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bott, Heather" userId="S::htalbott@lccc.wy.edu::8ebef113-e037-4d89-a70e-4d4fa7ecfcdf" providerId="AD" clId="Web-{D1263008-05BF-FA59-C9B6-D451346B4B04}"/>
    <pc:docChg chg="addSld delSld modSld sldOrd modSection">
      <pc:chgData name="Talbott, Heather" userId="S::htalbott@lccc.wy.edu::8ebef113-e037-4d89-a70e-4d4fa7ecfcdf" providerId="AD" clId="Web-{D1263008-05BF-FA59-C9B6-D451346B4B04}" dt="2026-08-24T19:48:27.218" v="116"/>
      <pc:docMkLst>
        <pc:docMk/>
      </pc:docMkLst>
      <pc:sldChg chg="del">
        <pc:chgData name="Talbott, Heather" userId="S::htalbott@lccc.wy.edu::8ebef113-e037-4d89-a70e-4d4fa7ecfcdf" providerId="AD" clId="Web-{D1263008-05BF-FA59-C9B6-D451346B4B04}" dt="2026-08-24T19:28:22.760" v="1"/>
        <pc:sldMkLst>
          <pc:docMk/>
          <pc:sldMk cId="801580893" sldId="256"/>
        </pc:sldMkLst>
      </pc:sldChg>
      <pc:sldChg chg="del">
        <pc:chgData name="Talbott, Heather" userId="S::htalbott@lccc.wy.edu::8ebef113-e037-4d89-a70e-4d4fa7ecfcdf" providerId="AD" clId="Web-{D1263008-05BF-FA59-C9B6-D451346B4B04}" dt="2026-08-24T19:28:58.120" v="4"/>
        <pc:sldMkLst>
          <pc:docMk/>
          <pc:sldMk cId="0" sldId="262"/>
        </pc:sldMkLst>
      </pc:sldChg>
      <pc:sldChg chg="addSp delSp modSp">
        <pc:chgData name="Talbott, Heather" userId="S::htalbott@lccc.wy.edu::8ebef113-e037-4d89-a70e-4d4fa7ecfcdf" providerId="AD" clId="Web-{D1263008-05BF-FA59-C9B6-D451346B4B04}" dt="2026-08-24T19:32:00.730" v="33"/>
        <pc:sldMkLst>
          <pc:docMk/>
          <pc:sldMk cId="0" sldId="269"/>
        </pc:sldMkLst>
        <pc:grpChg chg="add del">
          <ac:chgData name="Talbott, Heather" userId="S::htalbott@lccc.wy.edu::8ebef113-e037-4d89-a70e-4d4fa7ecfcdf" providerId="AD" clId="Web-{D1263008-05BF-FA59-C9B6-D451346B4B04}" dt="2026-08-24T19:31:39.230" v="21"/>
          <ac:grpSpMkLst>
            <pc:docMk/>
            <pc:sldMk cId="0" sldId="269"/>
            <ac:grpSpMk id="4" creationId="{00000000-0000-0000-0000-000000000000}"/>
          </ac:grpSpMkLst>
        </pc:grpChg>
        <pc:graphicFrameChg chg="mod modGraphic">
          <ac:chgData name="Talbott, Heather" userId="S::htalbott@lccc.wy.edu::8ebef113-e037-4d89-a70e-4d4fa7ecfcdf" providerId="AD" clId="Web-{D1263008-05BF-FA59-C9B6-D451346B4B04}" dt="2026-08-24T19:32:00.730" v="33"/>
          <ac:graphicFrameMkLst>
            <pc:docMk/>
            <pc:sldMk cId="0" sldId="269"/>
            <ac:graphicFrameMk id="2" creationId="{00000000-0000-0000-0000-000000000000}"/>
          </ac:graphicFrameMkLst>
        </pc:graphicFrameChg>
        <pc:picChg chg="topLvl">
          <ac:chgData name="Talbott, Heather" userId="S::htalbott@lccc.wy.edu::8ebef113-e037-4d89-a70e-4d4fa7ecfcdf" providerId="AD" clId="Web-{D1263008-05BF-FA59-C9B6-D451346B4B04}" dt="2026-08-24T19:31:39.230" v="21"/>
          <ac:picMkLst>
            <pc:docMk/>
            <pc:sldMk cId="0" sldId="269"/>
            <ac:picMk id="5" creationId="{00000000-0000-0000-0000-000000000000}"/>
          </ac:picMkLst>
        </pc:picChg>
        <pc:picChg chg="del topLvl">
          <ac:chgData name="Talbott, Heather" userId="S::htalbott@lccc.wy.edu::8ebef113-e037-4d89-a70e-4d4fa7ecfcdf" providerId="AD" clId="Web-{D1263008-05BF-FA59-C9B6-D451346B4B04}" dt="2026-08-24T19:31:39.230" v="21"/>
          <ac:picMkLst>
            <pc:docMk/>
            <pc:sldMk cId="0" sldId="269"/>
            <ac:picMk id="6" creationId="{00000000-0000-0000-0000-000000000000}"/>
          </ac:picMkLst>
        </pc:picChg>
        <pc:picChg chg="add del mod modCrop">
          <ac:chgData name="Talbott, Heather" userId="S::htalbott@lccc.wy.edu::8ebef113-e037-4d89-a70e-4d4fa7ecfcdf" providerId="AD" clId="Web-{D1263008-05BF-FA59-C9B6-D451346B4B04}" dt="2026-08-24T19:31:41.902" v="27"/>
          <ac:picMkLst>
            <pc:docMk/>
            <pc:sldMk cId="0" sldId="269"/>
            <ac:picMk id="7" creationId="{7737B70F-4890-7A35-DB38-018185893862}"/>
          </ac:picMkLst>
        </pc:picChg>
        <pc:picChg chg="add mod modCrop">
          <ac:chgData name="Talbott, Heather" userId="S::htalbott@lccc.wy.edu::8ebef113-e037-4d89-a70e-4d4fa7ecfcdf" providerId="AD" clId="Web-{D1263008-05BF-FA59-C9B6-D451346B4B04}" dt="2026-08-24T19:31:47.683" v="31" actId="1076"/>
          <ac:picMkLst>
            <pc:docMk/>
            <pc:sldMk cId="0" sldId="269"/>
            <ac:picMk id="8" creationId="{805002D2-11A0-58FB-9ECC-331893E212D3}"/>
          </ac:picMkLst>
        </pc:picChg>
      </pc:sldChg>
      <pc:sldChg chg="delSp modSp">
        <pc:chgData name="Talbott, Heather" userId="S::htalbott@lccc.wy.edu::8ebef113-e037-4d89-a70e-4d4fa7ecfcdf" providerId="AD" clId="Web-{D1263008-05BF-FA59-C9B6-D451346B4B04}" dt="2026-08-24T19:34:13.105" v="73" actId="20577"/>
        <pc:sldMkLst>
          <pc:docMk/>
          <pc:sldMk cId="0" sldId="270"/>
        </pc:sldMkLst>
        <pc:spChg chg="mod">
          <ac:chgData name="Talbott, Heather" userId="S::htalbott@lccc.wy.edu::8ebef113-e037-4d89-a70e-4d4fa7ecfcdf" providerId="AD" clId="Web-{D1263008-05BF-FA59-C9B6-D451346B4B04}" dt="2026-08-24T19:34:13.105" v="73" actId="20577"/>
          <ac:spMkLst>
            <pc:docMk/>
            <pc:sldMk cId="0" sldId="270"/>
            <ac:spMk id="3" creationId="{00000000-0000-0000-0000-000000000000}"/>
          </ac:spMkLst>
        </pc:spChg>
        <pc:spChg chg="del">
          <ac:chgData name="Talbott, Heather" userId="S::htalbott@lccc.wy.edu::8ebef113-e037-4d89-a70e-4d4fa7ecfcdf" providerId="AD" clId="Web-{D1263008-05BF-FA59-C9B6-D451346B4B04}" dt="2026-08-24T19:33:14.246" v="42"/>
          <ac:spMkLst>
            <pc:docMk/>
            <pc:sldMk cId="0" sldId="270"/>
            <ac:spMk id="4" creationId="{00000000-0000-0000-0000-000000000000}"/>
          </ac:spMkLst>
        </pc:spChg>
      </pc:sldChg>
      <pc:sldChg chg="del">
        <pc:chgData name="Talbott, Heather" userId="S::htalbott@lccc.wy.edu::8ebef113-e037-4d89-a70e-4d4fa7ecfcdf" providerId="AD" clId="Web-{D1263008-05BF-FA59-C9B6-D451346B4B04}" dt="2026-08-24T19:35:38.137" v="84"/>
        <pc:sldMkLst>
          <pc:docMk/>
          <pc:sldMk cId="0" sldId="271"/>
        </pc:sldMkLst>
      </pc:sldChg>
      <pc:sldChg chg="add">
        <pc:chgData name="Talbott, Heather" userId="S::htalbott@lccc.wy.edu::8ebef113-e037-4d89-a70e-4d4fa7ecfcdf" providerId="AD" clId="Web-{D1263008-05BF-FA59-C9B6-D451346B4B04}" dt="2026-08-24T19:28:54.995" v="2"/>
        <pc:sldMkLst>
          <pc:docMk/>
          <pc:sldMk cId="4029649994" sldId="275"/>
        </pc:sldMkLst>
      </pc:sldChg>
      <pc:sldChg chg="delSp modSp">
        <pc:chgData name="Talbott, Heather" userId="S::htalbott@lccc.wy.edu::8ebef113-e037-4d89-a70e-4d4fa7ecfcdf" providerId="AD" clId="Web-{D1263008-05BF-FA59-C9B6-D451346B4B04}" dt="2026-08-24T19:31:12.214" v="14"/>
        <pc:sldMkLst>
          <pc:docMk/>
          <pc:sldMk cId="63068663" sldId="284"/>
        </pc:sldMkLst>
        <pc:graphicFrameChg chg="mod modGraphic">
          <ac:chgData name="Talbott, Heather" userId="S::htalbott@lccc.wy.edu::8ebef113-e037-4d89-a70e-4d4fa7ecfcdf" providerId="AD" clId="Web-{D1263008-05BF-FA59-C9B6-D451346B4B04}" dt="2026-08-24T19:31:12.214" v="14"/>
          <ac:graphicFrameMkLst>
            <pc:docMk/>
            <pc:sldMk cId="63068663" sldId="284"/>
            <ac:graphicFrameMk id="7" creationId="{D5D97A67-624E-6032-B622-890CB093C640}"/>
          </ac:graphicFrameMkLst>
        </pc:graphicFrameChg>
        <pc:picChg chg="del">
          <ac:chgData name="Talbott, Heather" userId="S::htalbott@lccc.wy.edu::8ebef113-e037-4d89-a70e-4d4fa7ecfcdf" providerId="AD" clId="Web-{D1263008-05BF-FA59-C9B6-D451346B4B04}" dt="2026-08-24T19:31:08.401" v="12"/>
          <ac:picMkLst>
            <pc:docMk/>
            <pc:sldMk cId="63068663" sldId="284"/>
            <ac:picMk id="3079" creationId="{83B1B055-F60A-CE9A-5969-0C3DB876FD31}"/>
          </ac:picMkLst>
        </pc:picChg>
      </pc:sldChg>
      <pc:sldChg chg="delSp modSp">
        <pc:chgData name="Talbott, Heather" userId="S::htalbott@lccc.wy.edu::8ebef113-e037-4d89-a70e-4d4fa7ecfcdf" providerId="AD" clId="Web-{D1263008-05BF-FA59-C9B6-D451346B4B04}" dt="2026-08-24T19:30:57.620" v="11" actId="20577"/>
        <pc:sldMkLst>
          <pc:docMk/>
          <pc:sldMk cId="4209516739" sldId="305"/>
        </pc:sldMkLst>
        <pc:spChg chg="mod">
          <ac:chgData name="Talbott, Heather" userId="S::htalbott@lccc.wy.edu::8ebef113-e037-4d89-a70e-4d4fa7ecfcdf" providerId="AD" clId="Web-{D1263008-05BF-FA59-C9B6-D451346B4B04}" dt="2026-08-24T19:30:57.620" v="11" actId="20577"/>
          <ac:spMkLst>
            <pc:docMk/>
            <pc:sldMk cId="4209516739" sldId="305"/>
            <ac:spMk id="3" creationId="{D8975076-87F1-5339-732C-B0C2600589E4}"/>
          </ac:spMkLst>
        </pc:spChg>
        <pc:spChg chg="mod">
          <ac:chgData name="Talbott, Heather" userId="S::htalbott@lccc.wy.edu::8ebef113-e037-4d89-a70e-4d4fa7ecfcdf" providerId="AD" clId="Web-{D1263008-05BF-FA59-C9B6-D451346B4B04}" dt="2026-08-24T19:29:47.636" v="7" actId="20577"/>
          <ac:spMkLst>
            <pc:docMk/>
            <pc:sldMk cId="4209516739" sldId="305"/>
            <ac:spMk id="4" creationId="{DD92E03C-1BF2-3DF6-9D73-8B3EB0C0405D}"/>
          </ac:spMkLst>
        </pc:spChg>
        <pc:graphicFrameChg chg="del">
          <ac:chgData name="Talbott, Heather" userId="S::htalbott@lccc.wy.edu::8ebef113-e037-4d89-a70e-4d4fa7ecfcdf" providerId="AD" clId="Web-{D1263008-05BF-FA59-C9B6-D451346B4B04}" dt="2026-08-24T19:29:35.573" v="6"/>
          <ac:graphicFrameMkLst>
            <pc:docMk/>
            <pc:sldMk cId="4209516739" sldId="305"/>
            <ac:graphicFrameMk id="5" creationId="{A2A2759C-D61B-6B6D-FF9A-35A72AF8A7DD}"/>
          </ac:graphicFrameMkLst>
        </pc:graphicFrameChg>
      </pc:sldChg>
      <pc:sldChg chg="modSp del">
        <pc:chgData name="Talbott, Heather" userId="S::htalbott@lccc.wy.edu::8ebef113-e037-4d89-a70e-4d4fa7ecfcdf" providerId="AD" clId="Web-{D1263008-05BF-FA59-C9B6-D451346B4B04}" dt="2026-08-24T19:35:35.996" v="83"/>
        <pc:sldMkLst>
          <pc:docMk/>
          <pc:sldMk cId="1329048810" sldId="312"/>
        </pc:sldMkLst>
        <pc:spChg chg="mod">
          <ac:chgData name="Talbott, Heather" userId="S::htalbott@lccc.wy.edu::8ebef113-e037-4d89-a70e-4d4fa7ecfcdf" providerId="AD" clId="Web-{D1263008-05BF-FA59-C9B6-D451346B4B04}" dt="2026-08-24T19:34:31.683" v="78" actId="20577"/>
          <ac:spMkLst>
            <pc:docMk/>
            <pc:sldMk cId="1329048810" sldId="312"/>
            <ac:spMk id="4" creationId="{E76B256E-B712-6616-F332-EAA815B75BFA}"/>
          </ac:spMkLst>
        </pc:spChg>
      </pc:sldChg>
      <pc:sldChg chg="del">
        <pc:chgData name="Talbott, Heather" userId="S::htalbott@lccc.wy.edu::8ebef113-e037-4d89-a70e-4d4fa7ecfcdf" providerId="AD" clId="Web-{D1263008-05BF-FA59-C9B6-D451346B4B04}" dt="2026-08-24T19:34:39.699" v="79"/>
        <pc:sldMkLst>
          <pc:docMk/>
          <pc:sldMk cId="1871378426" sldId="313"/>
        </pc:sldMkLst>
      </pc:sldChg>
      <pc:sldChg chg="add">
        <pc:chgData name="Talbott, Heather" userId="S::htalbott@lccc.wy.edu::8ebef113-e037-4d89-a70e-4d4fa7ecfcdf" providerId="AD" clId="Web-{D1263008-05BF-FA59-C9B6-D451346B4B04}" dt="2026-08-24T19:35:06.855" v="80"/>
        <pc:sldMkLst>
          <pc:docMk/>
          <pc:sldMk cId="2647803515" sldId="314"/>
        </pc:sldMkLst>
      </pc:sldChg>
      <pc:sldChg chg="add">
        <pc:chgData name="Talbott, Heather" userId="S::htalbott@lccc.wy.edu::8ebef113-e037-4d89-a70e-4d4fa7ecfcdf" providerId="AD" clId="Web-{D1263008-05BF-FA59-C9B6-D451346B4B04}" dt="2026-08-24T19:35:06.871" v="81"/>
        <pc:sldMkLst>
          <pc:docMk/>
          <pc:sldMk cId="649585344" sldId="315"/>
        </pc:sldMkLst>
      </pc:sldChg>
      <pc:sldChg chg="add">
        <pc:chgData name="Talbott, Heather" userId="S::htalbott@lccc.wy.edu::8ebef113-e037-4d89-a70e-4d4fa7ecfcdf" providerId="AD" clId="Web-{D1263008-05BF-FA59-C9B6-D451346B4B04}" dt="2026-08-24T19:35:07.027" v="82"/>
        <pc:sldMkLst>
          <pc:docMk/>
          <pc:sldMk cId="2281962216" sldId="316"/>
        </pc:sldMkLst>
      </pc:sldChg>
      <pc:sldChg chg="del">
        <pc:chgData name="Talbott, Heather" userId="S::htalbott@lccc.wy.edu::8ebef113-e037-4d89-a70e-4d4fa7ecfcdf" providerId="AD" clId="Web-{D1263008-05BF-FA59-C9B6-D451346B4B04}" dt="2026-08-24T19:36:15.371" v="86"/>
        <pc:sldMkLst>
          <pc:docMk/>
          <pc:sldMk cId="2640036609" sldId="319"/>
        </pc:sldMkLst>
      </pc:sldChg>
      <pc:sldChg chg="del">
        <pc:chgData name="Talbott, Heather" userId="S::htalbott@lccc.wy.edu::8ebef113-e037-4d89-a70e-4d4fa7ecfcdf" providerId="AD" clId="Web-{D1263008-05BF-FA59-C9B6-D451346B4B04}" dt="2026-08-24T19:36:16.371" v="87"/>
        <pc:sldMkLst>
          <pc:docMk/>
          <pc:sldMk cId="1168126070" sldId="320"/>
        </pc:sldMkLst>
      </pc:sldChg>
      <pc:sldChg chg="ord">
        <pc:chgData name="Talbott, Heather" userId="S::htalbott@lccc.wy.edu::8ebef113-e037-4d89-a70e-4d4fa7ecfcdf" providerId="AD" clId="Web-{D1263008-05BF-FA59-C9B6-D451346B4B04}" dt="2026-08-24T19:36:10.465" v="85"/>
        <pc:sldMkLst>
          <pc:docMk/>
          <pc:sldMk cId="2495270119" sldId="321"/>
        </pc:sldMkLst>
      </pc:sldChg>
      <pc:sldChg chg="del">
        <pc:chgData name="Talbott, Heather" userId="S::htalbott@lccc.wy.edu::8ebef113-e037-4d89-a70e-4d4fa7ecfcdf" providerId="AD" clId="Web-{D1263008-05BF-FA59-C9B6-D451346B4B04}" dt="2026-08-24T19:29:05.135" v="5"/>
        <pc:sldMkLst>
          <pc:docMk/>
          <pc:sldMk cId="630643731" sldId="325"/>
        </pc:sldMkLst>
      </pc:sldChg>
      <pc:sldChg chg="mod modShow">
        <pc:chgData name="Talbott, Heather" userId="S::htalbott@lccc.wy.edu::8ebef113-e037-4d89-a70e-4d4fa7ecfcdf" providerId="AD" clId="Web-{D1263008-05BF-FA59-C9B6-D451346B4B04}" dt="2026-08-24T19:36:43.996" v="90"/>
        <pc:sldMkLst>
          <pc:docMk/>
          <pc:sldMk cId="60379955" sldId="327"/>
        </pc:sldMkLst>
      </pc:sldChg>
      <pc:sldChg chg="modSp">
        <pc:chgData name="Talbott, Heather" userId="S::htalbott@lccc.wy.edu::8ebef113-e037-4d89-a70e-4d4fa7ecfcdf" providerId="AD" clId="Web-{D1263008-05BF-FA59-C9B6-D451346B4B04}" dt="2026-08-24T19:36:34.325" v="89" actId="20577"/>
        <pc:sldMkLst>
          <pc:docMk/>
          <pc:sldMk cId="2167610061" sldId="332"/>
        </pc:sldMkLst>
        <pc:spChg chg="mod">
          <ac:chgData name="Talbott, Heather" userId="S::htalbott@lccc.wy.edu::8ebef113-e037-4d89-a70e-4d4fa7ecfcdf" providerId="AD" clId="Web-{D1263008-05BF-FA59-C9B6-D451346B4B04}" dt="2026-08-24T19:36:34.325" v="89" actId="20577"/>
          <ac:spMkLst>
            <pc:docMk/>
            <pc:sldMk cId="2167610061" sldId="332"/>
            <ac:spMk id="6" creationId="{9A6676A6-963A-CC7B-AD82-F67D5AE33E06}"/>
          </ac:spMkLst>
        </pc:spChg>
      </pc:sldChg>
      <pc:sldChg chg="add">
        <pc:chgData name="Talbott, Heather" userId="S::htalbott@lccc.wy.edu::8ebef113-e037-4d89-a70e-4d4fa7ecfcdf" providerId="AD" clId="Web-{D1263008-05BF-FA59-C9B6-D451346B4B04}" dt="2026-08-24T19:28:17.776" v="0"/>
        <pc:sldMkLst>
          <pc:docMk/>
          <pc:sldMk cId="2544354715" sldId="333"/>
        </pc:sldMkLst>
      </pc:sldChg>
      <pc:sldChg chg="add">
        <pc:chgData name="Talbott, Heather" userId="S::htalbott@lccc.wy.edu::8ebef113-e037-4d89-a70e-4d4fa7ecfcdf" providerId="AD" clId="Web-{D1263008-05BF-FA59-C9B6-D451346B4B04}" dt="2026-08-24T19:28:55.089" v="3"/>
        <pc:sldMkLst>
          <pc:docMk/>
          <pc:sldMk cId="2112623400" sldId="334"/>
        </pc:sldMkLst>
      </pc:sldChg>
      <pc:sldChg chg="new del">
        <pc:chgData name="Talbott, Heather" userId="S::htalbott@lccc.wy.edu::8ebef113-e037-4d89-a70e-4d4fa7ecfcdf" providerId="AD" clId="Web-{D1263008-05BF-FA59-C9B6-D451346B4B04}" dt="2026-08-24T19:47:05.733" v="93"/>
        <pc:sldMkLst>
          <pc:docMk/>
          <pc:sldMk cId="1059404111" sldId="335"/>
        </pc:sldMkLst>
      </pc:sldChg>
      <pc:sldChg chg="delSp modSp new mod modClrScheme chgLayout">
        <pc:chgData name="Talbott, Heather" userId="S::htalbott@lccc.wy.edu::8ebef113-e037-4d89-a70e-4d4fa7ecfcdf" providerId="AD" clId="Web-{D1263008-05BF-FA59-C9B6-D451346B4B04}" dt="2026-08-24T19:48:27.218" v="116"/>
        <pc:sldMkLst>
          <pc:docMk/>
          <pc:sldMk cId="1267245245" sldId="336"/>
        </pc:sldMkLst>
        <pc:spChg chg="mod ord">
          <ac:chgData name="Talbott, Heather" userId="S::htalbott@lccc.wy.edu::8ebef113-e037-4d89-a70e-4d4fa7ecfcdf" providerId="AD" clId="Web-{D1263008-05BF-FA59-C9B6-D451346B4B04}" dt="2026-08-24T19:48:27.218" v="116"/>
          <ac:spMkLst>
            <pc:docMk/>
            <pc:sldMk cId="1267245245" sldId="336"/>
            <ac:spMk id="2" creationId="{83658707-FBD6-654D-FFE3-C24C92DD3BA2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27.218" v="116"/>
          <ac:spMkLst>
            <pc:docMk/>
            <pc:sldMk cId="1267245245" sldId="336"/>
            <ac:spMk id="3" creationId="{D3ED784D-9724-B6F2-BB13-8260F54D8945}"/>
          </ac:spMkLst>
        </pc:spChg>
        <pc:spChg chg="del">
          <ac:chgData name="Talbott, Heather" userId="S::htalbott@lccc.wy.edu::8ebef113-e037-4d89-a70e-4d4fa7ecfcdf" providerId="AD" clId="Web-{D1263008-05BF-FA59-C9B6-D451346B4B04}" dt="2026-08-24T19:48:27.218" v="116"/>
          <ac:spMkLst>
            <pc:docMk/>
            <pc:sldMk cId="1267245245" sldId="336"/>
            <ac:spMk id="4" creationId="{7DF6E743-0014-4B0A-ABA3-500B914EEDF5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27.218" v="116"/>
          <ac:spMkLst>
            <pc:docMk/>
            <pc:sldMk cId="1267245245" sldId="336"/>
            <ac:spMk id="5" creationId="{0712AABD-7676-E9B1-6C36-EBCA7F371435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27.218" v="116"/>
          <ac:spMkLst>
            <pc:docMk/>
            <pc:sldMk cId="1267245245" sldId="336"/>
            <ac:spMk id="6" creationId="{435DDBF4-3001-2BE9-69E0-9B4E5E048220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27.218" v="116"/>
          <ac:spMkLst>
            <pc:docMk/>
            <pc:sldMk cId="1267245245" sldId="336"/>
            <ac:spMk id="7" creationId="{94225671-EC97-DB66-80F9-1B6A22165A61}"/>
          </ac:spMkLst>
        </pc:spChg>
      </pc:sldChg>
      <pc:sldChg chg="delSp modSp new mod modClrScheme chgLayout">
        <pc:chgData name="Talbott, Heather" userId="S::htalbott@lccc.wy.edu::8ebef113-e037-4d89-a70e-4d4fa7ecfcdf" providerId="AD" clId="Web-{D1263008-05BF-FA59-C9B6-D451346B4B04}" dt="2026-08-24T19:48:19.733" v="115"/>
        <pc:sldMkLst>
          <pc:docMk/>
          <pc:sldMk cId="2719832858" sldId="337"/>
        </pc:sldMkLst>
        <pc:spChg chg="mod ord">
          <ac:chgData name="Talbott, Heather" userId="S::htalbott@lccc.wy.edu::8ebef113-e037-4d89-a70e-4d4fa7ecfcdf" providerId="AD" clId="Web-{D1263008-05BF-FA59-C9B6-D451346B4B04}" dt="2026-08-24T19:48:19.733" v="115"/>
          <ac:spMkLst>
            <pc:docMk/>
            <pc:sldMk cId="2719832858" sldId="337"/>
            <ac:spMk id="2" creationId="{9CF7D037-DF65-F6BA-2FA0-8D2896D37932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19.733" v="115"/>
          <ac:spMkLst>
            <pc:docMk/>
            <pc:sldMk cId="2719832858" sldId="337"/>
            <ac:spMk id="3" creationId="{CE76EC7C-F047-CE0E-0B54-321600E67EA9}"/>
          </ac:spMkLst>
        </pc:spChg>
        <pc:spChg chg="del">
          <ac:chgData name="Talbott, Heather" userId="S::htalbott@lccc.wy.edu::8ebef113-e037-4d89-a70e-4d4fa7ecfcdf" providerId="AD" clId="Web-{D1263008-05BF-FA59-C9B6-D451346B4B04}" dt="2026-08-24T19:48:19.733" v="115"/>
          <ac:spMkLst>
            <pc:docMk/>
            <pc:sldMk cId="2719832858" sldId="337"/>
            <ac:spMk id="4" creationId="{18789A56-CDA2-8328-CC33-A13A3D5FAD28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19.733" v="115"/>
          <ac:spMkLst>
            <pc:docMk/>
            <pc:sldMk cId="2719832858" sldId="337"/>
            <ac:spMk id="5" creationId="{A216B238-D9CF-2961-2414-1ED7387EEC13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19.733" v="115"/>
          <ac:spMkLst>
            <pc:docMk/>
            <pc:sldMk cId="2719832858" sldId="337"/>
            <ac:spMk id="6" creationId="{289AD067-6447-661B-84D6-B6B2A73CFB2B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19.733" v="115"/>
          <ac:spMkLst>
            <pc:docMk/>
            <pc:sldMk cId="2719832858" sldId="337"/>
            <ac:spMk id="7" creationId="{D68A9713-DA14-5A9F-5EC8-5C93784AD9AF}"/>
          </ac:spMkLst>
        </pc:spChg>
      </pc:sldChg>
    </pc:docChg>
  </pc:docChgLst>
  <pc:docChgLst>
    <pc:chgData name="Talbott, Heather" userId="8ebef113-e037-4d89-a70e-4d4fa7ecfcdf" providerId="ADAL" clId="{3F288DFA-D9FB-4E40-AFAD-2C667A179A69}"/>
    <pc:docChg chg="custSel modSld">
      <pc:chgData name="Talbott, Heather" userId="8ebef113-e037-4d89-a70e-4d4fa7ecfcdf" providerId="ADAL" clId="{3F288DFA-D9FB-4E40-AFAD-2C667A179A69}" dt="2026-08-25T20:24:05.794" v="2" actId="27636"/>
      <pc:docMkLst>
        <pc:docMk/>
      </pc:docMkLst>
      <pc:sldChg chg="modSp mod">
        <pc:chgData name="Talbott, Heather" userId="8ebef113-e037-4d89-a70e-4d4fa7ecfcdf" providerId="ADAL" clId="{3F288DFA-D9FB-4E40-AFAD-2C667A179A69}" dt="2026-08-25T20:24:05.794" v="2" actId="27636"/>
        <pc:sldMkLst>
          <pc:docMk/>
          <pc:sldMk cId="864906957" sldId="317"/>
        </pc:sldMkLst>
        <pc:spChg chg="mod">
          <ac:chgData name="Talbott, Heather" userId="8ebef113-e037-4d89-a70e-4d4fa7ecfcdf" providerId="ADAL" clId="{3F288DFA-D9FB-4E40-AFAD-2C667A179A69}" dt="2026-08-25T20:24:05.789" v="1" actId="27636"/>
          <ac:spMkLst>
            <pc:docMk/>
            <pc:sldMk cId="864906957" sldId="317"/>
            <ac:spMk id="3" creationId="{35F77FD7-383B-B3AD-1767-FFD07F2DF3E7}"/>
          </ac:spMkLst>
        </pc:spChg>
        <pc:spChg chg="mod">
          <ac:chgData name="Talbott, Heather" userId="8ebef113-e037-4d89-a70e-4d4fa7ecfcdf" providerId="ADAL" clId="{3F288DFA-D9FB-4E40-AFAD-2C667A179A69}" dt="2026-08-25T20:24:05.794" v="2" actId="27636"/>
          <ac:spMkLst>
            <pc:docMk/>
            <pc:sldMk cId="864906957" sldId="317"/>
            <ac:spMk id="4" creationId="{EA08D4E3-40D8-5794-6B34-D10969186287}"/>
          </ac:spMkLst>
        </pc:spChg>
      </pc:sldChg>
      <pc:sldChg chg="modSp mod">
        <pc:chgData name="Talbott, Heather" userId="8ebef113-e037-4d89-a70e-4d4fa7ecfcdf" providerId="ADAL" clId="{3F288DFA-D9FB-4E40-AFAD-2C667A179A69}" dt="2026-08-25T20:24:05.747" v="0" actId="27636"/>
        <pc:sldMkLst>
          <pc:docMk/>
          <pc:sldMk cId="176297559" sldId="329"/>
        </pc:sldMkLst>
        <pc:spChg chg="mod">
          <ac:chgData name="Talbott, Heather" userId="8ebef113-e037-4d89-a70e-4d4fa7ecfcdf" providerId="ADAL" clId="{3F288DFA-D9FB-4E40-AFAD-2C667A179A69}" dt="2026-08-25T20:24:05.747" v="0" actId="27636"/>
          <ac:spMkLst>
            <pc:docMk/>
            <pc:sldMk cId="176297559" sldId="329"/>
            <ac:spMk id="15" creationId="{3FB411BF-E65B-7EA1-228C-67BBB67470D9}"/>
          </ac:spMkLst>
        </pc:spChg>
      </pc:sldChg>
    </pc:docChg>
  </pc:docChgLst>
  <pc:docChgLst>
    <pc:chgData name="Talbott, Heather" userId="S::htalbott@lccc.wy.edu::8ebef113-e037-4d89-a70e-4d4fa7ecfcdf" providerId="AD" clId="Web-{C04E538D-1F96-FC13-E59E-BDE3029C6330}"/>
    <pc:docChg chg="modSld">
      <pc:chgData name="Talbott, Heather" userId="S::htalbott@lccc.wy.edu::8ebef113-e037-4d89-a70e-4d4fa7ecfcdf" providerId="AD" clId="Web-{C04E538D-1F96-FC13-E59E-BDE3029C6330}" dt="2026-08-25T20:53:07.136" v="0" actId="1076"/>
      <pc:docMkLst>
        <pc:docMk/>
      </pc:docMkLst>
      <pc:sldChg chg="modSp">
        <pc:chgData name="Talbott, Heather" userId="S::htalbott@lccc.wy.edu::8ebef113-e037-4d89-a70e-4d4fa7ecfcdf" providerId="AD" clId="Web-{C04E538D-1F96-FC13-E59E-BDE3029C6330}" dt="2026-08-25T20:53:07.136" v="0" actId="1076"/>
        <pc:sldMkLst>
          <pc:docMk/>
          <pc:sldMk cId="321322515" sldId="326"/>
        </pc:sldMkLst>
        <pc:picChg chg="mod">
          <ac:chgData name="Talbott, Heather" userId="S::htalbott@lccc.wy.edu::8ebef113-e037-4d89-a70e-4d4fa7ecfcdf" providerId="AD" clId="Web-{C04E538D-1F96-FC13-E59E-BDE3029C6330}" dt="2026-08-25T20:53:07.136" v="0" actId="1076"/>
          <ac:picMkLst>
            <pc:docMk/>
            <pc:sldMk cId="321322515" sldId="326"/>
            <ac:picMk id="20" creationId="{E3258545-75DA-8400-659E-069A35E0A9B2}"/>
          </ac:picMkLst>
        </pc:picChg>
      </pc:sldChg>
    </pc:docChg>
  </pc:docChgLst>
  <pc:docChgLst>
    <pc:chgData name="Talbott, Heather" userId="8ebef113-e037-4d89-a70e-4d4fa7ecfcdf" providerId="ADAL" clId="{E46181D1-E6C1-4E6A-A4F7-927DFB8E6264}"/>
    <pc:docChg chg="undo custSel addSld delSld modSld sldOrd modSection modShowInfo">
      <pc:chgData name="Talbott, Heather" userId="8ebef113-e037-4d89-a70e-4d4fa7ecfcdf" providerId="ADAL" clId="{E46181D1-E6C1-4E6A-A4F7-927DFB8E6264}" dt="2026-08-25T17:21:41.685" v="112" actId="20577"/>
      <pc:docMkLst>
        <pc:docMk/>
      </pc:docMkLst>
      <pc:sldChg chg="del ord">
        <pc:chgData name="Talbott, Heather" userId="8ebef113-e037-4d89-a70e-4d4fa7ecfcdf" providerId="ADAL" clId="{E46181D1-E6C1-4E6A-A4F7-927DFB8E6264}" dt="2026-08-25T17:15:04.985" v="77" actId="2696"/>
        <pc:sldMkLst>
          <pc:docMk/>
          <pc:sldMk cId="0" sldId="258"/>
        </pc:sldMkLst>
      </pc:sldChg>
      <pc:sldChg chg="modSp add mod">
        <pc:chgData name="Talbott, Heather" userId="8ebef113-e037-4d89-a70e-4d4fa7ecfcdf" providerId="ADAL" clId="{E46181D1-E6C1-4E6A-A4F7-927DFB8E6264}" dt="2026-08-25T17:17:29.431" v="86" actId="20577"/>
        <pc:sldMkLst>
          <pc:docMk/>
          <pc:sldMk cId="1166843475" sldId="258"/>
        </pc:sldMkLst>
        <pc:spChg chg="mod">
          <ac:chgData name="Talbott, Heather" userId="8ebef113-e037-4d89-a70e-4d4fa7ecfcdf" providerId="ADAL" clId="{E46181D1-E6C1-4E6A-A4F7-927DFB8E6264}" dt="2026-08-25T17:17:29.431" v="86" actId="20577"/>
          <ac:spMkLst>
            <pc:docMk/>
            <pc:sldMk cId="1166843475" sldId="258"/>
            <ac:spMk id="14" creationId="{00000000-0000-0000-0000-000000000000}"/>
          </ac:spMkLst>
        </pc:spChg>
      </pc:sldChg>
      <pc:sldChg chg="modSp mod">
        <pc:chgData name="Talbott, Heather" userId="8ebef113-e037-4d89-a70e-4d4fa7ecfcdf" providerId="ADAL" clId="{E46181D1-E6C1-4E6A-A4F7-927DFB8E6264}" dt="2026-08-25T16:57:16.974" v="30" actId="207"/>
        <pc:sldMkLst>
          <pc:docMk/>
          <pc:sldMk cId="0" sldId="272"/>
        </pc:sldMkLst>
        <pc:spChg chg="mod">
          <ac:chgData name="Talbott, Heather" userId="8ebef113-e037-4d89-a70e-4d4fa7ecfcdf" providerId="ADAL" clId="{E46181D1-E6C1-4E6A-A4F7-927DFB8E6264}" dt="2026-08-25T16:57:16.974" v="30" actId="207"/>
          <ac:spMkLst>
            <pc:docMk/>
            <pc:sldMk cId="0" sldId="272"/>
            <ac:spMk id="2" creationId="{00000000-0000-0000-0000-000000000000}"/>
          </ac:spMkLst>
        </pc:spChg>
      </pc:sldChg>
      <pc:sldChg chg="modSp ord">
        <pc:chgData name="Talbott, Heather" userId="8ebef113-e037-4d89-a70e-4d4fa7ecfcdf" providerId="ADAL" clId="{E46181D1-E6C1-4E6A-A4F7-927DFB8E6264}" dt="2026-08-25T17:11:17.833" v="48"/>
        <pc:sldMkLst>
          <pc:docMk/>
          <pc:sldMk cId="0" sldId="277"/>
        </pc:sldMkLst>
        <pc:picChg chg="mod">
          <ac:chgData name="Talbott, Heather" userId="8ebef113-e037-4d89-a70e-4d4fa7ecfcdf" providerId="ADAL" clId="{E46181D1-E6C1-4E6A-A4F7-927DFB8E6264}" dt="2026-08-25T17:11:17.833" v="48"/>
          <ac:picMkLst>
            <pc:docMk/>
            <pc:sldMk cId="0" sldId="277"/>
            <ac:picMk id="3" creationId="{00000000-0000-0000-0000-000000000000}"/>
          </ac:picMkLst>
        </pc:picChg>
      </pc:sldChg>
      <pc:sldChg chg="add del">
        <pc:chgData name="Talbott, Heather" userId="8ebef113-e037-4d89-a70e-4d4fa7ecfcdf" providerId="ADAL" clId="{E46181D1-E6C1-4E6A-A4F7-927DFB8E6264}" dt="2026-08-25T17:12:29.514" v="58" actId="2696"/>
        <pc:sldMkLst>
          <pc:docMk/>
          <pc:sldMk cId="0" sldId="278"/>
        </pc:sldMkLst>
      </pc:sldChg>
      <pc:sldChg chg="add ord">
        <pc:chgData name="Talbott, Heather" userId="8ebef113-e037-4d89-a70e-4d4fa7ecfcdf" providerId="ADAL" clId="{E46181D1-E6C1-4E6A-A4F7-927DFB8E6264}" dt="2026-08-25T17:13:18.898" v="65"/>
        <pc:sldMkLst>
          <pc:docMk/>
          <pc:sldMk cId="2468111923" sldId="278"/>
        </pc:sldMkLst>
      </pc:sldChg>
      <pc:sldChg chg="addSp delSp modSp mod ord modAnim">
        <pc:chgData name="Talbott, Heather" userId="8ebef113-e037-4d89-a70e-4d4fa7ecfcdf" providerId="ADAL" clId="{E46181D1-E6C1-4E6A-A4F7-927DFB8E6264}" dt="2026-08-25T17:21:02.936" v="106" actId="478"/>
        <pc:sldMkLst>
          <pc:docMk/>
          <pc:sldMk cId="3503269592" sldId="301"/>
        </pc:sldMkLst>
        <pc:spChg chg="mod">
          <ac:chgData name="Talbott, Heather" userId="8ebef113-e037-4d89-a70e-4d4fa7ecfcdf" providerId="ADAL" clId="{E46181D1-E6C1-4E6A-A4F7-927DFB8E6264}" dt="2026-08-25T17:18:10.366" v="94" actId="20577"/>
          <ac:spMkLst>
            <pc:docMk/>
            <pc:sldMk cId="3503269592" sldId="301"/>
            <ac:spMk id="2" creationId="{D72754F7-CE3E-ABCA-0626-BA6C07EDCBD5}"/>
          </ac:spMkLst>
        </pc:spChg>
        <pc:spChg chg="add mod">
          <ac:chgData name="Talbott, Heather" userId="8ebef113-e037-4d89-a70e-4d4fa7ecfcdf" providerId="ADAL" clId="{E46181D1-E6C1-4E6A-A4F7-927DFB8E6264}" dt="2026-08-25T17:21:00.314" v="104" actId="13822"/>
          <ac:spMkLst>
            <pc:docMk/>
            <pc:sldMk cId="3503269592" sldId="301"/>
            <ac:spMk id="8" creationId="{900EF465-D81D-CCF2-D325-749814C49EA9}"/>
          </ac:spMkLst>
        </pc:spChg>
        <pc:spChg chg="add del">
          <ac:chgData name="Talbott, Heather" userId="8ebef113-e037-4d89-a70e-4d4fa7ecfcdf" providerId="ADAL" clId="{E46181D1-E6C1-4E6A-A4F7-927DFB8E6264}" dt="2026-08-25T17:21:02.936" v="106" actId="478"/>
          <ac:spMkLst>
            <pc:docMk/>
            <pc:sldMk cId="3503269592" sldId="301"/>
            <ac:spMk id="9" creationId="{6ECCFFC2-F9E6-EFD9-05D8-46583BADE6A5}"/>
          </ac:spMkLst>
        </pc:spChg>
      </pc:sldChg>
      <pc:sldChg chg="ord">
        <pc:chgData name="Talbott, Heather" userId="8ebef113-e037-4d89-a70e-4d4fa7ecfcdf" providerId="ADAL" clId="{E46181D1-E6C1-4E6A-A4F7-927DFB8E6264}" dt="2026-08-25T17:14:19.478" v="75"/>
        <pc:sldMkLst>
          <pc:docMk/>
          <pc:sldMk cId="380693171" sldId="302"/>
        </pc:sldMkLst>
      </pc:sldChg>
      <pc:sldChg chg="modSp mod">
        <pc:chgData name="Talbott, Heather" userId="8ebef113-e037-4d89-a70e-4d4fa7ecfcdf" providerId="ADAL" clId="{E46181D1-E6C1-4E6A-A4F7-927DFB8E6264}" dt="2026-08-25T16:56:44.287" v="28" actId="20577"/>
        <pc:sldMkLst>
          <pc:docMk/>
          <pc:sldMk cId="4209516739" sldId="305"/>
        </pc:sldMkLst>
        <pc:spChg chg="mod">
          <ac:chgData name="Talbott, Heather" userId="8ebef113-e037-4d89-a70e-4d4fa7ecfcdf" providerId="ADAL" clId="{E46181D1-E6C1-4E6A-A4F7-927DFB8E6264}" dt="2026-08-25T16:56:44.287" v="28" actId="20577"/>
          <ac:spMkLst>
            <pc:docMk/>
            <pc:sldMk cId="4209516739" sldId="305"/>
            <ac:spMk id="3" creationId="{D8975076-87F1-5339-732C-B0C2600589E4}"/>
          </ac:spMkLst>
        </pc:spChg>
      </pc:sldChg>
      <pc:sldChg chg="del">
        <pc:chgData name="Talbott, Heather" userId="8ebef113-e037-4d89-a70e-4d4fa7ecfcdf" providerId="ADAL" clId="{E46181D1-E6C1-4E6A-A4F7-927DFB8E6264}" dt="2026-08-25T16:57:07.889" v="29" actId="47"/>
        <pc:sldMkLst>
          <pc:docMk/>
          <pc:sldMk cId="2281962216" sldId="316"/>
        </pc:sldMkLst>
      </pc:sldChg>
      <pc:sldChg chg="modSp add del mod">
        <pc:chgData name="Talbott, Heather" userId="8ebef113-e037-4d89-a70e-4d4fa7ecfcdf" providerId="ADAL" clId="{E46181D1-E6C1-4E6A-A4F7-927DFB8E6264}" dt="2026-08-25T17:12:29.514" v="58" actId="2696"/>
        <pc:sldMkLst>
          <pc:docMk/>
          <pc:sldMk cId="2495270119" sldId="321"/>
        </pc:sldMkLst>
        <pc:spChg chg="mod">
          <ac:chgData name="Talbott, Heather" userId="8ebef113-e037-4d89-a70e-4d4fa7ecfcdf" providerId="ADAL" clId="{E46181D1-E6C1-4E6A-A4F7-927DFB8E6264}" dt="2026-08-25T16:57:37.718" v="39" actId="20577"/>
          <ac:spMkLst>
            <pc:docMk/>
            <pc:sldMk cId="2495270119" sldId="321"/>
            <ac:spMk id="2" creationId="{AC921267-AA1C-2861-BF00-901F15AB1E48}"/>
          </ac:spMkLst>
        </pc:spChg>
      </pc:sldChg>
      <pc:sldChg chg="modSp add mod ord">
        <pc:chgData name="Talbott, Heather" userId="8ebef113-e037-4d89-a70e-4d4fa7ecfcdf" providerId="ADAL" clId="{E46181D1-E6C1-4E6A-A4F7-927DFB8E6264}" dt="2026-08-25T17:21:41.685" v="112" actId="20577"/>
        <pc:sldMkLst>
          <pc:docMk/>
          <pc:sldMk cId="3906166005" sldId="321"/>
        </pc:sldMkLst>
        <pc:spChg chg="mod">
          <ac:chgData name="Talbott, Heather" userId="8ebef113-e037-4d89-a70e-4d4fa7ecfcdf" providerId="ADAL" clId="{E46181D1-E6C1-4E6A-A4F7-927DFB8E6264}" dt="2026-08-25T17:21:41.685" v="112" actId="20577"/>
          <ac:spMkLst>
            <pc:docMk/>
            <pc:sldMk cId="3906166005" sldId="321"/>
            <ac:spMk id="3" creationId="{9EB2B3C0-D0EC-D848-BF78-CA886FD6DB3A}"/>
          </ac:spMkLst>
        </pc:spChg>
      </pc:sldChg>
      <pc:sldChg chg="add del">
        <pc:chgData name="Talbott, Heather" userId="8ebef113-e037-4d89-a70e-4d4fa7ecfcdf" providerId="ADAL" clId="{E46181D1-E6C1-4E6A-A4F7-927DFB8E6264}" dt="2026-08-25T17:12:16.832" v="54"/>
        <pc:sldMkLst>
          <pc:docMk/>
          <pc:sldMk cId="4007830956" sldId="321"/>
        </pc:sldMkLst>
      </pc:sldChg>
      <pc:sldChg chg="ord">
        <pc:chgData name="Talbott, Heather" userId="8ebef113-e037-4d89-a70e-4d4fa7ecfcdf" providerId="ADAL" clId="{E46181D1-E6C1-4E6A-A4F7-927DFB8E6264}" dt="2026-08-25T16:56:18.532" v="18"/>
        <pc:sldMkLst>
          <pc:docMk/>
          <pc:sldMk cId="321322515" sldId="326"/>
        </pc:sldMkLst>
      </pc:sldChg>
      <pc:sldChg chg="addSp delSp modSp mod ord">
        <pc:chgData name="Talbott, Heather" userId="8ebef113-e037-4d89-a70e-4d4fa7ecfcdf" providerId="ADAL" clId="{E46181D1-E6C1-4E6A-A4F7-927DFB8E6264}" dt="2026-08-25T17:13:09.104" v="63"/>
        <pc:sldMkLst>
          <pc:docMk/>
          <pc:sldMk cId="176297559" sldId="329"/>
        </pc:sldMkLst>
        <pc:spChg chg="add del mod">
          <ac:chgData name="Talbott, Heather" userId="8ebef113-e037-4d89-a70e-4d4fa7ecfcdf" providerId="ADAL" clId="{E46181D1-E6C1-4E6A-A4F7-927DFB8E6264}" dt="2026-08-25T16:55:09.569" v="12"/>
          <ac:spMkLst>
            <pc:docMk/>
            <pc:sldMk cId="176297559" sldId="329"/>
            <ac:spMk id="4" creationId="{361F70F5-48FB-D3C9-B9AA-292D6A313537}"/>
          </ac:spMkLst>
        </pc:spChg>
        <pc:spChg chg="add mod">
          <ac:chgData name="Talbott, Heather" userId="8ebef113-e037-4d89-a70e-4d4fa7ecfcdf" providerId="ADAL" clId="{E46181D1-E6C1-4E6A-A4F7-927DFB8E6264}" dt="2026-08-25T16:55:07.645" v="10"/>
          <ac:spMkLst>
            <pc:docMk/>
            <pc:sldMk cId="176297559" sldId="329"/>
            <ac:spMk id="9" creationId="{FA209375-B1C6-2B1A-EE88-4908054B04C3}"/>
          </ac:spMkLst>
        </pc:spChg>
        <pc:spChg chg="mod">
          <ac:chgData name="Talbott, Heather" userId="8ebef113-e037-4d89-a70e-4d4fa7ecfcdf" providerId="ADAL" clId="{E46181D1-E6C1-4E6A-A4F7-927DFB8E6264}" dt="2026-08-25T16:54:39.275" v="5" actId="20577"/>
          <ac:spMkLst>
            <pc:docMk/>
            <pc:sldMk cId="176297559" sldId="329"/>
            <ac:spMk id="14" creationId="{0C0E13B7-7BF2-738C-860B-3810AE6EB7F0}"/>
          </ac:spMkLst>
        </pc:spChg>
        <pc:spChg chg="mod">
          <ac:chgData name="Talbott, Heather" userId="8ebef113-e037-4d89-a70e-4d4fa7ecfcdf" providerId="ADAL" clId="{E46181D1-E6C1-4E6A-A4F7-927DFB8E6264}" dt="2026-08-25T16:55:17.167" v="13" actId="20577"/>
          <ac:spMkLst>
            <pc:docMk/>
            <pc:sldMk cId="176297559" sldId="329"/>
            <ac:spMk id="19" creationId="{65BBBA31-7AF0-BB8F-4536-29500C7CCB8A}"/>
          </ac:spMkLst>
        </pc:spChg>
        <pc:picChg chg="del">
          <ac:chgData name="Talbott, Heather" userId="8ebef113-e037-4d89-a70e-4d4fa7ecfcdf" providerId="ADAL" clId="{E46181D1-E6C1-4E6A-A4F7-927DFB8E6264}" dt="2026-08-25T16:54:56.865" v="7" actId="478"/>
          <ac:picMkLst>
            <pc:docMk/>
            <pc:sldMk cId="176297559" sldId="329"/>
            <ac:picMk id="3" creationId="{0F73183C-8662-54D0-7D11-BAD6457CB343}"/>
          </ac:picMkLst>
        </pc:picChg>
      </pc:sldChg>
      <pc:sldChg chg="ord">
        <pc:chgData name="Talbott, Heather" userId="8ebef113-e037-4d89-a70e-4d4fa7ecfcdf" providerId="ADAL" clId="{E46181D1-E6C1-4E6A-A4F7-927DFB8E6264}" dt="2026-08-25T17:21:29.220" v="108"/>
        <pc:sldMkLst>
          <pc:docMk/>
          <pc:sldMk cId="2740933021" sldId="330"/>
        </pc:sldMkLst>
      </pc:sldChg>
      <pc:sldChg chg="modSp del mod">
        <pc:chgData name="Talbott, Heather" userId="8ebef113-e037-4d89-a70e-4d4fa7ecfcdf" providerId="ADAL" clId="{E46181D1-E6C1-4E6A-A4F7-927DFB8E6264}" dt="2026-08-25T16:55:37.028" v="14" actId="47"/>
        <pc:sldMkLst>
          <pc:docMk/>
          <pc:sldMk cId="3230135541" sldId="331"/>
        </pc:sldMkLst>
        <pc:spChg chg="mod">
          <ac:chgData name="Talbott, Heather" userId="8ebef113-e037-4d89-a70e-4d4fa7ecfcdf" providerId="ADAL" clId="{E46181D1-E6C1-4E6A-A4F7-927DFB8E6264}" dt="2026-08-25T16:54:24.718" v="3" actId="20577"/>
          <ac:spMkLst>
            <pc:docMk/>
            <pc:sldMk cId="3230135541" sldId="331"/>
            <ac:spMk id="14" creationId="{4E1144E5-7A01-4201-9EAD-886618A515EC}"/>
          </ac:spMkLst>
        </pc:spChg>
      </pc:sldChg>
      <pc:sldChg chg="del">
        <pc:chgData name="Talbott, Heather" userId="8ebef113-e037-4d89-a70e-4d4fa7ecfcdf" providerId="ADAL" clId="{E46181D1-E6C1-4E6A-A4F7-927DFB8E6264}" dt="2026-08-25T17:14:34.241" v="76" actId="47"/>
        <pc:sldMkLst>
          <pc:docMk/>
          <pc:sldMk cId="2544354715" sldId="333"/>
        </pc:sldMkLst>
      </pc:sldChg>
      <pc:sldChg chg="ord">
        <pc:chgData name="Talbott, Heather" userId="8ebef113-e037-4d89-a70e-4d4fa7ecfcdf" providerId="ADAL" clId="{E46181D1-E6C1-4E6A-A4F7-927DFB8E6264}" dt="2026-08-25T16:55:48.482" v="16"/>
        <pc:sldMkLst>
          <pc:docMk/>
          <pc:sldMk cId="2112623400" sldId="334"/>
        </pc:sldMkLst>
      </pc:sldChg>
      <pc:sldChg chg="ord">
        <pc:chgData name="Talbott, Heather" userId="8ebef113-e037-4d89-a70e-4d4fa7ecfcdf" providerId="ADAL" clId="{E46181D1-E6C1-4E6A-A4F7-927DFB8E6264}" dt="2026-08-25T17:12:22.408" v="56" actId="20578"/>
        <pc:sldMkLst>
          <pc:docMk/>
          <pc:sldMk cId="2719832858" sldId="3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7A25A-AEE5-4FE6-B33F-DB2B35C12E5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86A77-BF61-4EE5-A441-83336B0DA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9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https://icograms.com/templates/472/layout-of-the-hospital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86A77-BF61-4EE5-A441-83336B0DA3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62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https://commons.wikimedia.org/wiki/File:Translate.png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86A77-BF61-4EE5-A441-83336B0DA3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78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http://www.shadedrelief.com/physical/pages/download.html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86A77-BF61-4EE5-A441-83336B0DA3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8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86A77-BF61-4EE5-A441-83336B0DA3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76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4E6E3B1-57F6-44BF-8E74-D2F88C158335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57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880">
          <p15:clr>
            <a:srgbClr val="FBAE40"/>
          </p15:clr>
        </p15:guide>
        <p15:guide id="7" orient="horz" pos="2160" userDrawn="1">
          <p15:clr>
            <a:srgbClr val="FBAE40"/>
          </p15:clr>
        </p15:guide>
        <p15:guide id="8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B2C3-5030-4D62-A521-D250CC19D2A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26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2C20-F170-498F-8751-65ADDF39F33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" y="933451"/>
            <a:ext cx="6019801" cy="524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933451"/>
            <a:ext cx="6007100" cy="524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BE05-782A-429D-9464-1C518D71EF37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65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8214"/>
            <a:ext cx="59975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9537" y="1762127"/>
            <a:ext cx="6027113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938214"/>
            <a:ext cx="6027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62127"/>
            <a:ext cx="6007100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64AF-A299-4C9F-9278-7CA268A898C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E714BE-D0DC-CCFE-9649-0D407F26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367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A21D-6966-49D2-BB75-1556DA774317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82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60C6-A838-4CBF-AD89-B4D6A2FDE4DA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619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1" y="1"/>
            <a:ext cx="8064500" cy="61150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1590675"/>
            <a:ext cx="3932237" cy="45243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E7D0-5C01-4CAC-91B7-CF32D221C04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40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2" y="933451"/>
            <a:ext cx="4020067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4497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73FA2-7390-4157-8D4C-DA3E692B019F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B1D82F4-118E-8155-546C-B0A55F7DD4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0513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400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9573270E-8C3F-4F16-BA4F-5F0841A60060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18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2880">
          <p15:clr>
            <a:srgbClr val="FBAE40"/>
          </p15:clr>
        </p15:guide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2" y="933451"/>
            <a:ext cx="4020067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4497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82A8-BB9D-45A1-8F4F-5CB9CF088E85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B1D82F4-118E-8155-546C-B0A55F7DD4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0513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58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7D800-51F9-4A72-968A-DE4464F6F016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043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5EFD-14AB-4CE5-96C9-6A2AC025FB5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995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" y="933451"/>
            <a:ext cx="6019801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933451"/>
            <a:ext cx="6007100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C6A4-5346-4442-AD05-E1F95553497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567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Thi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2" y="933451"/>
            <a:ext cx="4020067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B1DF-2042-4138-8770-24F438C2FF0A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B1D82F4-118E-8155-546C-B0A55F7DD4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020067" y="933451"/>
            <a:ext cx="8172032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457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8214"/>
            <a:ext cx="59975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9537" y="1762126"/>
            <a:ext cx="6027113" cy="486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938214"/>
            <a:ext cx="6027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62126"/>
            <a:ext cx="6007100" cy="486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DFA93-E702-4E0F-8FB2-1DC30C265BA5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E714BE-D0DC-CCFE-9649-0D407F26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054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B776-D672-4563-9199-51E05D500A05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322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CE5A-E4DC-40D5-919C-4B58F6BE2EA0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791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1" y="1"/>
            <a:ext cx="8064500" cy="680465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1590674"/>
            <a:ext cx="3932237" cy="50345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8B52-8309-48F1-80CC-4B30C5B2BEDB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7878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8D503968-8D05-4B88-8D32-3561931DE9E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010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880">
          <p15:clr>
            <a:srgbClr val="FBAE40"/>
          </p15:clr>
        </p15:guide>
        <p15:guide id="9" orient="horz" pos="2160" userDrawn="1">
          <p15:clr>
            <a:srgbClr val="FBAE40"/>
          </p15:clr>
        </p15:guide>
        <p15:guide id="10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C65E-53AA-43A9-8F47-B7F2B125A5F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546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48518-61E8-4DFA-9D70-64645E79BE9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540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" y="933451"/>
            <a:ext cx="6019801" cy="524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933451"/>
            <a:ext cx="6007100" cy="524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5C1B-BA84-4C12-AD00-A090C19A64F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21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8214"/>
            <a:ext cx="59975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9537" y="1762127"/>
            <a:ext cx="6027113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938214"/>
            <a:ext cx="6027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62127"/>
            <a:ext cx="6007100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FFB5-9C81-4696-8CAA-477A074071C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E714BE-D0DC-CCFE-9649-0D407F26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164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36F4F-7F87-45ED-8E49-D56F039B0986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285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CB7B3-CDE3-400C-AF4C-F01EE8FB9A2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5333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1" y="1"/>
            <a:ext cx="8064500" cy="61150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1590675"/>
            <a:ext cx="3932237" cy="45243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7409-DA10-4DA2-9A21-6F4485E1A133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4212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2" y="933451"/>
            <a:ext cx="4020067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4497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7480E-3822-4104-8E38-B550CAB99885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B1D82F4-118E-8155-546C-B0A55F7DD4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0513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5079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tkinson Hyperlegible"/>
                <a:cs typeface="Atkinson Hyperlegib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203" y="1176174"/>
            <a:ext cx="4530090" cy="3435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tkinson Hyperlegible"/>
                <a:cs typeface="Atkinson Hyperlegib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67171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837C667-4428-4284-A308-845926C03957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660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2880">
          <p15:clr>
            <a:srgbClr val="FBAE40"/>
          </p15:clr>
        </p15:guide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2" y="933451"/>
            <a:ext cx="4020067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4497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2273-CA31-4531-80D4-1F13D52F03A7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B1D82F4-118E-8155-546C-B0A55F7DD4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0513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1096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27062-A4E7-41BC-B8AA-C8CBCD8AD15B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1008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A1B6A-C001-4567-9639-08FD0B251DDA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3835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" y="933451"/>
            <a:ext cx="6019801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933451"/>
            <a:ext cx="6007100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9A1A-54C6-472B-B7D4-A27A72C9BC6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783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Thi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2" y="933451"/>
            <a:ext cx="4020067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A91F0-C1CA-4D65-A6F3-5392DB67CF83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B1D82F4-118E-8155-546C-B0A55F7DD4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020067" y="933451"/>
            <a:ext cx="8172032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950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8214"/>
            <a:ext cx="59975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9537" y="1762126"/>
            <a:ext cx="6027113" cy="486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938214"/>
            <a:ext cx="6027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62126"/>
            <a:ext cx="6007100" cy="486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0E9B8-70A6-4754-A2EC-AC0767299E0F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E714BE-D0DC-CCFE-9649-0D407F26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3696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0048-141F-4C6E-9550-FB8037CA5BCA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3992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835D-C0A5-4C8E-AB03-D90A076EB9BA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01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1" y="1"/>
            <a:ext cx="8064500" cy="680465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1590674"/>
            <a:ext cx="3932237" cy="50345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47C6-2298-47BC-8A1D-D25E980E93E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27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3451"/>
            <a:ext cx="12192000" cy="5314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24400" y="63468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AB65E-1C86-469B-9EB2-9AE7DA07CA6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3531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6100" y="63531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5064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7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3450"/>
            <a:ext cx="12192000" cy="569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24400" y="6625270"/>
            <a:ext cx="2743200" cy="23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A70A3-F9D8-4CDB-B270-0A12DEA1FAC0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631619"/>
            <a:ext cx="4114800" cy="23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6100" y="6631619"/>
            <a:ext cx="2743200" cy="23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485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3451"/>
            <a:ext cx="12192000" cy="5314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24400" y="63468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1224F-936F-4DB3-8355-DE8E5B4CFF2F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3531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6100" y="63531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7384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4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3450"/>
            <a:ext cx="12192000" cy="569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24400" y="6625270"/>
            <a:ext cx="2743200" cy="23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ED07B-173A-4050-9DA2-CAF4944C662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631619"/>
            <a:ext cx="4114800" cy="23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6100" y="6631619"/>
            <a:ext cx="2743200" cy="23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61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3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https://create.kahoot.it/details/brainstorm-teacher-expectations/69f40dd3-55ae-46b9-91a3-99e0d4b3344b?drawer=" TargetMode="Externa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l/chat/0/0?users=HTalbott@lccc.wy.edu" TargetMode="External"/><Relationship Id="rId2" Type="http://schemas.openxmlformats.org/officeDocument/2006/relationships/hyperlink" Target="mailto:htalbott@lccc.wy.edu?subject=ZOO-2015-102" TargetMode="Externa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teams.microsoft.com/l/call/0/0?users=HTalbott@lccc.wy.edu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hyperlink" Target="https://bookstorelccc.com/products/laboratory-man-f-anat-print-comp-ll-9781119662556-7th-21-edition-1" TargetMode="Externa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storelccc.com/products/anatomy-coloring-book-9780321832016-4th-14-edition" TargetMode="External"/><Relationship Id="rId2" Type="http://schemas.openxmlformats.org/officeDocument/2006/relationships/hyperlink" Target="https://bookstorelccc.com/products/anatomy-physiology-oer-9781711494067-2nd-22-edition-1" TargetMode="Externa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1.jpeg"/><Relationship Id="rId4" Type="http://schemas.openxmlformats.org/officeDocument/2006/relationships/image" Target="../media/image3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tw-f17.tracigardner.com/how-canvas-grades-works/" TargetMode="Externa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1.xml"/><Relationship Id="rId4" Type="http://schemas.openxmlformats.org/officeDocument/2006/relationships/hyperlink" Target="https://creativecommons.org/licenses/by-nc-sa/3.0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A13A76-32F1-97E1-C34F-0539E51BF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Individually (3 minutes)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C23448D-8089-6E06-17A1-B3A1F4FD1B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Write your name LARGE</a:t>
            </a:r>
          </a:p>
          <a:p>
            <a:r>
              <a:rPr lang="en-US" dirty="0"/>
              <a:t>Add some drawings of your interests/hobbies/history/family</a:t>
            </a:r>
          </a:p>
          <a:p>
            <a:r>
              <a:rPr lang="en-US" dirty="0"/>
              <a:t>Decorate as you please (school appropriate)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4D6997-EEBC-16DF-5D84-4E94F8C14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Value Prompt (3 minutes)</a:t>
            </a:r>
          </a:p>
        </p:txBody>
      </p:sp>
      <p:sp>
        <p:nvSpPr>
          <p:cNvPr id="22" name="AutoShape 14">
            <a:extLst>
              <a:ext uri="{FF2B5EF4-FFF2-40B4-BE49-F238E27FC236}">
                <a16:creationId xmlns:a16="http://schemas.microsoft.com/office/drawing/2014/main" id="{33993E34-DA76-A576-335A-F17460DEEADB}"/>
              </a:ext>
            </a:extLst>
          </p:cNvPr>
          <p:cNvSpPr>
            <a:spLocks noGrp="1" noChangeAspect="1" noChangeArrowheads="1"/>
          </p:cNvSpPr>
          <p:nvPr>
            <p:ph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dirty="0"/>
              <a:t>Everyone chooses </a:t>
            </a:r>
            <a:r>
              <a:rPr lang="en-US" b="1" dirty="0"/>
              <a:t>one prompt</a:t>
            </a:r>
            <a:r>
              <a:rPr lang="en-US" dirty="0"/>
              <a:t> and makes brief notes:</a:t>
            </a:r>
          </a:p>
          <a:p>
            <a:r>
              <a:rPr lang="en-US" dirty="0"/>
              <a:t>A learning experience with classmates that made you feel supported/excluded</a:t>
            </a:r>
          </a:p>
          <a:p>
            <a:r>
              <a:rPr lang="en-US" dirty="0"/>
              <a:t>A group project that went well/poorly—and why</a:t>
            </a:r>
          </a:p>
          <a:p>
            <a:r>
              <a:rPr lang="en-US" dirty="0"/>
              <a:t>A time a classmate changed your mind about something important</a:t>
            </a:r>
          </a:p>
          <a:p>
            <a:r>
              <a:rPr lang="en-US" dirty="0"/>
              <a:t>What respect/disrespect looks like between students in college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C8CE32-2C4E-8389-C571-1C82B6194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are You?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6CC6BB-BAA8-B8B1-019D-0E1605D88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4FC6-23D7-4AE6-90A4-4CC7028EE1F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4BB0B-60BA-9780-386B-F12357CA4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F39BA-0C0B-6CE1-2668-FD7A8F227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9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2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1767" y="523078"/>
            <a:ext cx="2005313" cy="267375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00050" y="147497"/>
            <a:ext cx="11891645" cy="6710680"/>
            <a:chOff x="200050" y="147497"/>
            <a:chExt cx="11891645" cy="67106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7108" y="2288400"/>
              <a:ext cx="2118090" cy="2824124"/>
            </a:xfrm>
            <a:prstGeom prst="rect">
              <a:avLst/>
            </a:prstGeom>
          </p:spPr>
        </p:pic>
        <p:pic>
          <p:nvPicPr>
            <p:cNvPr id="5" name="object 5" descr="A person taking a selfie on a beach  Description automatically generated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28861" y="4033868"/>
              <a:ext cx="3162388" cy="28241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050" y="1128039"/>
              <a:ext cx="2571127" cy="34281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13325" y="895781"/>
              <a:ext cx="2571131" cy="19283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6792" y="4538091"/>
              <a:ext cx="3112117" cy="23199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47085" y="147497"/>
              <a:ext cx="2153557" cy="28714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44425" y="2313000"/>
              <a:ext cx="3112122" cy="24627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45417" y="4775707"/>
              <a:ext cx="2735643" cy="20309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77415" y="2842132"/>
              <a:ext cx="2153561" cy="287141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01530" y="241350"/>
              <a:ext cx="2117171" cy="1587877"/>
            </a:xfrm>
            <a:prstGeom prst="rect">
              <a:avLst/>
            </a:prstGeom>
          </p:spPr>
        </p:pic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0" y="101258"/>
            <a:ext cx="12192000" cy="730936"/>
          </a:xfrm>
          <a:prstGeom prst="rect">
            <a:avLst/>
          </a:prstGeom>
        </p:spPr>
        <p:txBody>
          <a:bodyPr vert="horz" wrap="square" lIns="0" tIns="1752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Dr.</a:t>
            </a:r>
            <a:r>
              <a:rPr spc="-40" dirty="0"/>
              <a:t> </a:t>
            </a:r>
            <a:r>
              <a:rPr spc="-50" dirty="0"/>
              <a:t>T</a:t>
            </a:r>
            <a:r>
              <a:rPr lang="en-US" spc="-50" dirty="0"/>
              <a:t>albott</a:t>
            </a:r>
            <a:endParaRPr spc="-50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33D6BD9-877F-2F0C-7B1B-C36C9F9E7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6123-3E0F-4E3D-91BB-735F97D073E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0ADD0D8-CB44-E7A5-6532-5F831ED1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73D164F-5CA4-247A-EC26-B4F26B80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843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ARDIS - Wikipedia">
            <a:extLst>
              <a:ext uri="{FF2B5EF4-FFF2-40B4-BE49-F238E27FC236}">
                <a16:creationId xmlns:a16="http://schemas.microsoft.com/office/drawing/2014/main" id="{B5787435-6CAD-54F5-CE04-58D05A57AB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 t="12998" r="27952" b="1724"/>
          <a:stretch/>
        </p:blipFill>
        <p:spPr bwMode="auto">
          <a:xfrm>
            <a:off x="1194257" y="1302861"/>
            <a:ext cx="3164943" cy="4923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2754F7-CE3E-ABCA-0626-BA6C07ED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489" y="640080"/>
            <a:ext cx="3075836" cy="13255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Dr. Talbott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D0CB9-8887-E125-9D29-23270EE00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4256" y="1302861"/>
            <a:ext cx="3164943" cy="4923840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800" dirty="0"/>
              <a:t>University of Wyoming – Class of 2010</a:t>
            </a:r>
          </a:p>
          <a:p>
            <a:pPr lvl="1"/>
            <a:r>
              <a:rPr lang="en-US" sz="1800" dirty="0"/>
              <a:t>B.S. Microbiology &amp; Physiology</a:t>
            </a:r>
          </a:p>
          <a:p>
            <a:r>
              <a:rPr lang="en-US" sz="1800" dirty="0"/>
              <a:t>University of Nebraska Medical Center – Class of 2017</a:t>
            </a:r>
          </a:p>
          <a:p>
            <a:pPr lvl="1"/>
            <a:r>
              <a:rPr lang="en-US" sz="1800" dirty="0"/>
              <a:t>Ph.D. Biochemistry and Molecular Biology</a:t>
            </a:r>
          </a:p>
          <a:p>
            <a:r>
              <a:rPr lang="en-US" sz="1800" dirty="0"/>
              <a:t>Oregon National Primate Research Center</a:t>
            </a:r>
          </a:p>
          <a:p>
            <a:pPr lvl="1"/>
            <a:r>
              <a:rPr lang="en-US" sz="1800" dirty="0"/>
              <a:t>Research Scientist</a:t>
            </a:r>
          </a:p>
          <a:p>
            <a:r>
              <a:rPr lang="en-US" sz="1800" dirty="0"/>
              <a:t>Wyoming Department of Health</a:t>
            </a:r>
          </a:p>
          <a:p>
            <a:pPr lvl="1"/>
            <a:r>
              <a:rPr lang="en-US" sz="1800" dirty="0"/>
              <a:t>Epidemiologist/Data Analyst</a:t>
            </a:r>
          </a:p>
          <a:p>
            <a:endParaRPr lang="en-US" sz="1800" dirty="0"/>
          </a:p>
        </p:txBody>
      </p:sp>
      <p:pic>
        <p:nvPicPr>
          <p:cNvPr id="7" name="Content Placeholder 6" descr="A person taking a selfie on a beach&#10;&#10;Description automatically generated">
            <a:extLst>
              <a:ext uri="{FF2B5EF4-FFF2-40B4-BE49-F238E27FC236}">
                <a16:creationId xmlns:a16="http://schemas.microsoft.com/office/drawing/2014/main" id="{01136F71-B1A9-098B-A31F-18D9880D3A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0"/>
          <a:stretch/>
        </p:blipFill>
        <p:spPr>
          <a:xfrm>
            <a:off x="4639057" y="10"/>
            <a:ext cx="7552944" cy="685799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00600-544F-3E92-4C3D-BA8D816D5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7D54-3E45-4F91-87AD-831E55F14154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6F1A9-B6F9-3BFA-DF88-AD904795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7D7AD-13FB-F280-9D61-0A5B4785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Octagon 7">
            <a:extLst>
              <a:ext uri="{FF2B5EF4-FFF2-40B4-BE49-F238E27FC236}">
                <a16:creationId xmlns:a16="http://schemas.microsoft.com/office/drawing/2014/main" id="{900EF465-D81D-CCF2-D325-749814C49EA9}"/>
              </a:ext>
            </a:extLst>
          </p:cNvPr>
          <p:cNvSpPr/>
          <p:nvPr/>
        </p:nvSpPr>
        <p:spPr>
          <a:xfrm>
            <a:off x="12700" y="5874387"/>
            <a:ext cx="937715" cy="944881"/>
          </a:xfrm>
          <a:prstGeom prst="octag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4" action="ppaction://hlinksldjump"/>
              </a:rPr>
              <a:t>ESC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269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8707-FBD6-654D-FFE3-C24C92DD3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Classes Live and Recorded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D784D-9724-B6F2-BB13-8260F54D8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2AABD-7676-E9B1-6C36-EBCA7F37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5C1B-BA84-4C12-AD00-A090C19A64F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DDBF4-3001-2BE9-69E0-9B4E5E04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25671-EC97-DB66-80F9-1B6A2216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245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C0E13B7-7BF2-738C-860B-3810AE6EB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Round (3-5 minutes/student)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FB411BF-E65B-7EA1-228C-67BBB67470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Speaker</a:t>
            </a:r>
          </a:p>
          <a:p>
            <a:r>
              <a:rPr lang="en-US" dirty="0"/>
              <a:t>Shares name and key info</a:t>
            </a:r>
          </a:p>
          <a:p>
            <a:r>
              <a:rPr lang="en-US" dirty="0"/>
              <a:t>Talks for </a:t>
            </a:r>
            <a:r>
              <a:rPr lang="en-US" b="1" dirty="0"/>
              <a:t>5 minutes</a:t>
            </a:r>
            <a:r>
              <a:rPr lang="en-US" dirty="0"/>
              <a:t> about their prompt</a:t>
            </a:r>
          </a:p>
          <a:p>
            <a:r>
              <a:rPr lang="en-US" dirty="0"/>
              <a:t>Focuses on what </a:t>
            </a:r>
            <a:r>
              <a:rPr lang="en-US" i="1" dirty="0"/>
              <a:t>mattered most</a:t>
            </a:r>
            <a:r>
              <a:rPr lang="en-US" dirty="0"/>
              <a:t> to them and why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Listener</a:t>
            </a:r>
          </a:p>
          <a:p>
            <a:r>
              <a:rPr lang="en-US" dirty="0"/>
              <a:t>May </a:t>
            </a:r>
            <a:r>
              <a:rPr lang="en-US" b="1" dirty="0"/>
              <a:t>not interrupt</a:t>
            </a:r>
            <a:endParaRPr lang="en-US" dirty="0"/>
          </a:p>
          <a:p>
            <a:r>
              <a:rPr lang="en-US" dirty="0"/>
              <a:t>Shows engagement using nonverbal cues (nodding, posture, eye contact)</a:t>
            </a:r>
          </a:p>
          <a:p>
            <a:r>
              <a:rPr lang="en-US" dirty="0"/>
              <a:t>Takes mental notes on </a:t>
            </a:r>
            <a:r>
              <a:rPr lang="en-US" b="1" dirty="0"/>
              <a:t>values, not just facts</a:t>
            </a:r>
            <a:endParaRPr lang="en-US" dirty="0"/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F365EB3-C7CA-F460-3BCE-DC6CAB8B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FFB5-9C81-4696-8CAA-477A074071C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49D0B51-E297-0920-A3E0-124FC1342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612E47-81E2-D60B-3344-186C9A79B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75483DA-DDC5-276A-275B-FF3287A32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&amp; Listening Activity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BBBA31-7AF0-BB8F-4536-29500C7CC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Reflect &amp; Identify Values (3-5 minutes)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209375-B1C6-2B1A-EE88-4908054B04C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Each listener responds using this structure:</a:t>
            </a:r>
          </a:p>
          <a:p>
            <a:r>
              <a:rPr lang="en-US" dirty="0"/>
              <a:t>“What I heard you value most is </a:t>
            </a:r>
            <a:r>
              <a:rPr lang="en-US" b="1" dirty="0"/>
              <a:t>___</a:t>
            </a:r>
            <a:r>
              <a:rPr lang="en-US" dirty="0"/>
              <a:t> because </a:t>
            </a:r>
            <a:r>
              <a:rPr lang="en-US" b="1" dirty="0"/>
              <a:t>___.</a:t>
            </a:r>
            <a:br>
              <a:rPr lang="en-US" dirty="0"/>
            </a:br>
            <a:endParaRPr lang="en-US" dirty="0"/>
          </a:p>
          <a:p>
            <a:r>
              <a:rPr lang="en-US" dirty="0"/>
              <a:t>Speaker confirms or clarifies</a:t>
            </a:r>
          </a:p>
          <a:p>
            <a:r>
              <a:rPr lang="en-US" dirty="0"/>
              <a:t>Listener may ask </a:t>
            </a:r>
            <a:r>
              <a:rPr lang="en-US" b="1" dirty="0"/>
              <a:t>one curiosity-based question</a:t>
            </a:r>
            <a:r>
              <a:rPr lang="en-US" dirty="0"/>
              <a:t>, such as:</a:t>
            </a:r>
          </a:p>
          <a:p>
            <a:pPr lvl="1"/>
            <a:r>
              <a:rPr lang="en-US" dirty="0"/>
              <a:t>“What shaped that value for you?”</a:t>
            </a:r>
          </a:p>
          <a:p>
            <a:pPr lvl="1"/>
            <a:r>
              <a:rPr lang="en-US" dirty="0"/>
              <a:t>“How does that show up in how you work with others?”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97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9C62CD-4C7E-6A7E-1747-16205E624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Shared Group Values (10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6D597-954C-C86F-F11B-A63E5B2D4F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a group, discuss:</a:t>
            </a:r>
          </a:p>
          <a:p>
            <a:r>
              <a:rPr lang="en-US" dirty="0"/>
              <a:t>“What values do we seem to share?”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Aim to find </a:t>
            </a:r>
            <a:r>
              <a:rPr lang="en-US" b="1" dirty="0"/>
              <a:t>2-3 group values</a:t>
            </a:r>
            <a:r>
              <a:rPr lang="en-US" dirty="0"/>
              <a:t> you agree represent your values as a group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52C61-34D7-3A6A-2C73-454B243CE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Create Your Group Name (5 min)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B91596-EC27-A22D-3CA3-E73EEA46DA1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Use your shared values to create a </a:t>
            </a:r>
            <a:r>
              <a:rPr lang="en-US" b="1" dirty="0"/>
              <a:t>group name</a:t>
            </a:r>
            <a:r>
              <a:rPr lang="en-US" dirty="0"/>
              <a:t> that reflects your identity and values as a group.</a:t>
            </a:r>
          </a:p>
          <a:p>
            <a:endParaRPr lang="en-US" dirty="0"/>
          </a:p>
          <a:p>
            <a:r>
              <a:rPr lang="en-US" dirty="0"/>
              <a:t>Your name should reflect:</a:t>
            </a:r>
          </a:p>
          <a:p>
            <a:pPr lvl="1"/>
            <a:r>
              <a:rPr lang="en-US" dirty="0"/>
              <a:t>Who you are as a group</a:t>
            </a:r>
          </a:p>
          <a:p>
            <a:pPr lvl="1"/>
            <a:r>
              <a:rPr lang="en-US" dirty="0"/>
              <a:t>How you want to work together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926A66A-EC68-604B-65DC-E23ECC90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FFB5-9C81-4696-8CAA-477A074071C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D39989-A32D-B915-4447-E94DF86F5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CBB15A-B395-AE87-7639-8382E8D2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AEBB443-78A6-15B4-A6F6-02F9C42CB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are you as a group?</a:t>
            </a:r>
          </a:p>
        </p:txBody>
      </p:sp>
    </p:spTree>
    <p:extLst>
      <p:ext uri="{BB962C8B-B14F-4D97-AF65-F5344CB8AC3E}">
        <p14:creationId xmlns:p14="http://schemas.microsoft.com/office/powerpoint/2010/main" val="2740933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2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Teaching</a:t>
            </a:r>
            <a:r>
              <a:rPr spc="-50" dirty="0"/>
              <a:t> </a:t>
            </a:r>
            <a:r>
              <a:rPr spc="-10" dirty="0"/>
              <a:t>Philosophy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8" y="908559"/>
            <a:ext cx="5767070" cy="26212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408305" indent="-227329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“If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[student]</a:t>
            </a:r>
            <a:r>
              <a:rPr sz="2400" spc="-5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can't</a:t>
            </a:r>
            <a:r>
              <a:rPr sz="2400" spc="-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learn</a:t>
            </a:r>
            <a:r>
              <a:rPr sz="24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way</a:t>
            </a:r>
            <a:r>
              <a:rPr sz="2400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we 	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teach,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maybe</a:t>
            </a:r>
            <a:r>
              <a:rPr sz="24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we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should</a:t>
            </a:r>
            <a:r>
              <a:rPr sz="24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teach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way 	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they</a:t>
            </a:r>
            <a:r>
              <a:rPr sz="2400" spc="-4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learn”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-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Ignacio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Estrada</a:t>
            </a:r>
            <a:endParaRPr sz="2400">
              <a:latin typeface="Atkinson Hyperlegible"/>
              <a:cs typeface="Atkinson Hyperlegible"/>
            </a:endParaRPr>
          </a:p>
          <a:p>
            <a:pPr>
              <a:lnSpc>
                <a:spcPct val="100000"/>
              </a:lnSpc>
              <a:spcBef>
                <a:spcPts val="1625"/>
              </a:spcBef>
              <a:buClr>
                <a:srgbClr val="FFFFFF"/>
              </a:buClr>
              <a:buFont typeface="Arial"/>
              <a:buChar char="•"/>
            </a:pPr>
            <a:endParaRPr sz="2400">
              <a:latin typeface="Atkinson Hyperlegible"/>
              <a:cs typeface="Atkinson Hyperlegible"/>
            </a:endParaRPr>
          </a:p>
          <a:p>
            <a:pPr marL="240029" marR="5080" indent="-227329">
              <a:lnSpc>
                <a:spcPts val="259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My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goal</a:t>
            </a:r>
            <a:r>
              <a:rPr sz="2400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is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to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focus</a:t>
            </a:r>
            <a:r>
              <a:rPr sz="24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on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teaching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way 	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learn</a:t>
            </a:r>
            <a:r>
              <a:rPr sz="2400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and</a:t>
            </a:r>
            <a:r>
              <a:rPr sz="2400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empowering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each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of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to 	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reach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your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maximum</a:t>
            </a:r>
            <a:r>
              <a:rPr sz="2400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potential.</a:t>
            </a:r>
            <a:endParaRPr sz="2400">
              <a:latin typeface="Atkinson Hyperlegible"/>
              <a:cs typeface="Atkinson Hyperlegibl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1552841"/>
            <a:ext cx="6007099" cy="400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11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1267-AA1C-2861-BF00-901F15AB1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2B3C0-D0EC-D848-BF78-CA886FD6DB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/>
              <a:t>Communicate</a:t>
            </a:r>
          </a:p>
          <a:p>
            <a:endParaRPr lang="en-US" sz="4000" dirty="0"/>
          </a:p>
          <a:p>
            <a:r>
              <a:rPr lang="en-US" sz="4000" dirty="0"/>
              <a:t>Self Responsibility</a:t>
            </a:r>
          </a:p>
          <a:p>
            <a:endParaRPr lang="en-US" sz="4000" dirty="0"/>
          </a:p>
          <a:p>
            <a:r>
              <a:rPr lang="en-US" sz="4000" dirty="0"/>
              <a:t>Be Curious</a:t>
            </a:r>
          </a:p>
          <a:p>
            <a:endParaRPr lang="en-US" sz="4000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6D23DB19-70F6-AD38-254B-8108BE92970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338" y="1063691"/>
            <a:ext cx="6878504" cy="455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F3E30D-36AE-49C3-6E43-A5037E6D00BA}"/>
              </a:ext>
            </a:extLst>
          </p:cNvPr>
          <p:cNvSpPr txBox="1"/>
          <p:nvPr/>
        </p:nvSpPr>
        <p:spPr>
          <a:xfrm>
            <a:off x="6126163" y="6492241"/>
            <a:ext cx="51659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https://www.teachwithmrst.com/post/teacher-expectations-can-affect-pupil-outcomes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2430C-942D-26B0-8102-5A4927FBD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6A6F-C3EE-4C01-9B9F-EECC2B12FF00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743AC-F711-AFBF-F117-AC2A8496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8DE07-1F08-7C71-389C-CD3CF981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166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3787904"/>
            <a:ext cx="60280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Your</a:t>
            </a:r>
            <a:r>
              <a:rPr sz="4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4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Expectations</a:t>
            </a:r>
            <a:r>
              <a:rPr sz="4400" spc="-4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4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of</a:t>
            </a:r>
            <a:r>
              <a:rPr sz="44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4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Me</a:t>
            </a:r>
            <a:endParaRPr sz="4400">
              <a:latin typeface="Atkinson Hyperlegible"/>
              <a:cs typeface="Atkinson Hyperlegible"/>
            </a:endParaRPr>
          </a:p>
        </p:txBody>
      </p:sp>
      <p:pic>
        <p:nvPicPr>
          <p:cNvPr id="3" name="object 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68397" y="3559318"/>
            <a:ext cx="3710901" cy="22329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Content Placeholder 45">
            <a:extLst>
              <a:ext uri="{FF2B5EF4-FFF2-40B4-BE49-F238E27FC236}">
                <a16:creationId xmlns:a16="http://schemas.microsoft.com/office/drawing/2014/main" id="{7AD0FCAE-AA78-792B-F5E4-8D46E759E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37441" y="146050"/>
            <a:ext cx="5753903" cy="5801535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B33349F2-3D50-A1AC-0A32-54E7D45A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 and Layout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24F2BD3-C83F-4221-4897-70D02347E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My Office – PF210A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Restrooms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Water Fountains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C4BB0-80F2-6E09-4C66-4FC586FFD1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46828"/>
            <a:ext cx="2743200" cy="365125"/>
          </a:xfrm>
        </p:spPr>
        <p:txBody>
          <a:bodyPr/>
          <a:lstStyle/>
          <a:p>
            <a:fld id="{F8837409-DA10-4DA2-9A21-6F4485E1A133}" type="datetime1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ED2D6-C551-CF94-180C-D7EECF87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6100" y="6353177"/>
            <a:ext cx="2743200" cy="365125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8" name="Graphic 17" descr="Elevator with solid fill">
            <a:extLst>
              <a:ext uri="{FF2B5EF4-FFF2-40B4-BE49-F238E27FC236}">
                <a16:creationId xmlns:a16="http://schemas.microsoft.com/office/drawing/2014/main" id="{13DA1692-672D-19B1-91B0-31403F2E96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6771" y="3736430"/>
            <a:ext cx="914400" cy="914400"/>
          </a:xfrm>
          <a:prstGeom prst="rect">
            <a:avLst/>
          </a:prstGeom>
        </p:spPr>
      </p:pic>
      <p:pic>
        <p:nvPicPr>
          <p:cNvPr id="20" name="Graphic 19" descr="Classroom with solid fill">
            <a:extLst>
              <a:ext uri="{FF2B5EF4-FFF2-40B4-BE49-F238E27FC236}">
                <a16:creationId xmlns:a16="http://schemas.microsoft.com/office/drawing/2014/main" id="{E3258545-75DA-8400-659E-069A35E0A9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2601" y="802610"/>
            <a:ext cx="914400" cy="914400"/>
          </a:xfrm>
          <a:prstGeom prst="rect">
            <a:avLst/>
          </a:prstGeom>
        </p:spPr>
      </p:pic>
      <p:pic>
        <p:nvPicPr>
          <p:cNvPr id="22" name="Graphic 21" descr="Work from home desk with solid fill">
            <a:extLst>
              <a:ext uri="{FF2B5EF4-FFF2-40B4-BE49-F238E27FC236}">
                <a16:creationId xmlns:a16="http://schemas.microsoft.com/office/drawing/2014/main" id="{0C92CE21-B953-FC2F-A4E4-C6C93042C1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6011" y="3396319"/>
            <a:ext cx="797311" cy="797311"/>
          </a:xfrm>
          <a:prstGeom prst="rect">
            <a:avLst/>
          </a:prstGeom>
        </p:spPr>
      </p:pic>
      <p:pic>
        <p:nvPicPr>
          <p:cNvPr id="24" name="Graphic 23" descr="Downstairs with solid fill">
            <a:extLst>
              <a:ext uri="{FF2B5EF4-FFF2-40B4-BE49-F238E27FC236}">
                <a16:creationId xmlns:a16="http://schemas.microsoft.com/office/drawing/2014/main" id="{10F7F916-4876-9372-D74B-573EA076C4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516469" y="2620958"/>
            <a:ext cx="739542" cy="739542"/>
          </a:xfrm>
          <a:prstGeom prst="rect">
            <a:avLst/>
          </a:prstGeom>
        </p:spPr>
      </p:pic>
      <p:pic>
        <p:nvPicPr>
          <p:cNvPr id="25" name="Graphic 24" descr="Downstairs with solid fill">
            <a:extLst>
              <a:ext uri="{FF2B5EF4-FFF2-40B4-BE49-F238E27FC236}">
                <a16:creationId xmlns:a16="http://schemas.microsoft.com/office/drawing/2014/main" id="{6E313C92-409A-68E7-ADDA-BD7ED4647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516469" y="3911288"/>
            <a:ext cx="739542" cy="739542"/>
          </a:xfrm>
          <a:prstGeom prst="rect">
            <a:avLst/>
          </a:prstGeom>
        </p:spPr>
      </p:pic>
      <p:pic>
        <p:nvPicPr>
          <p:cNvPr id="28" name="Graphic 27" descr="Toilet with solid fill">
            <a:extLst>
              <a:ext uri="{FF2B5EF4-FFF2-40B4-BE49-F238E27FC236}">
                <a16:creationId xmlns:a16="http://schemas.microsoft.com/office/drawing/2014/main" id="{FE00176B-3DE1-8635-8583-F78B428453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3714" y="249107"/>
            <a:ext cx="674915" cy="674915"/>
          </a:xfrm>
          <a:prstGeom prst="rect">
            <a:avLst/>
          </a:prstGeom>
        </p:spPr>
      </p:pic>
      <p:pic>
        <p:nvPicPr>
          <p:cNvPr id="31" name="Graphic 30" descr="Lightning bolt with solid fill">
            <a:extLst>
              <a:ext uri="{FF2B5EF4-FFF2-40B4-BE49-F238E27FC236}">
                <a16:creationId xmlns:a16="http://schemas.microsoft.com/office/drawing/2014/main" id="{A85EEDF2-4852-E78D-BF76-60E4BAEFFC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42713" y="124877"/>
            <a:ext cx="674915" cy="674915"/>
          </a:xfrm>
          <a:prstGeom prst="rect">
            <a:avLst/>
          </a:prstGeom>
        </p:spPr>
      </p:pic>
      <p:sp>
        <p:nvSpPr>
          <p:cNvPr id="34" name="AutoShape 2" descr="ICOGRAMS">
            <a:extLst>
              <a:ext uri="{FF2B5EF4-FFF2-40B4-BE49-F238E27FC236}">
                <a16:creationId xmlns:a16="http://schemas.microsoft.com/office/drawing/2014/main" id="{B7D43B24-1D28-9BF9-97C4-AB199DE53A29}"/>
              </a:ext>
            </a:extLst>
          </p:cNvPr>
          <p:cNvSpPr>
            <a:spLocks noGrp="1" noChangeAspect="1" noChangeArrowheads="1"/>
          </p:cNvSpPr>
          <p:nvPr>
            <p:ph type="ftr" sz="quarter" idx="11"/>
          </p:nvPr>
        </p:nvSpPr>
        <p:spPr bwMode="auto">
          <a:xfrm>
            <a:off x="0" y="6353175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https://icograms.com</a:t>
            </a:r>
          </a:p>
        </p:txBody>
      </p:sp>
      <p:pic>
        <p:nvPicPr>
          <p:cNvPr id="36" name="Graphic 35" descr="Water Bottle with solid fill">
            <a:extLst>
              <a:ext uri="{FF2B5EF4-FFF2-40B4-BE49-F238E27FC236}">
                <a16:creationId xmlns:a16="http://schemas.microsoft.com/office/drawing/2014/main" id="{0EB54A47-4CF7-7112-2FC6-AB1D9F46D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519856">
            <a:off x="6455228" y="2052651"/>
            <a:ext cx="598716" cy="598716"/>
          </a:xfrm>
          <a:prstGeom prst="rect">
            <a:avLst/>
          </a:prstGeom>
        </p:spPr>
      </p:pic>
      <p:pic>
        <p:nvPicPr>
          <p:cNvPr id="37" name="Graphic 36" descr="Water Bottle with solid fill">
            <a:extLst>
              <a:ext uri="{FF2B5EF4-FFF2-40B4-BE49-F238E27FC236}">
                <a16:creationId xmlns:a16="http://schemas.microsoft.com/office/drawing/2014/main" id="{639014FE-5636-F96E-5A89-3C284C5753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26900" y="522515"/>
            <a:ext cx="674915" cy="67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2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391A-098E-49EF-4811-A63B3238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Course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11B69-EBB3-9C21-96C3-E67E39BF69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933450"/>
            <a:ext cx="4572000" cy="524351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Language</a:t>
            </a:r>
          </a:p>
          <a:p>
            <a:pPr lvl="1"/>
            <a:r>
              <a:rPr lang="en-US" dirty="0"/>
              <a:t>Translate medical terminology into common language and vice versa.</a:t>
            </a:r>
          </a:p>
          <a:p>
            <a:pPr lvl="1"/>
            <a:r>
              <a:rPr lang="en-US" dirty="0"/>
              <a:t>What do we call it?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0482C1A2-C5FD-8AB9-4754-B06124C0740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5" r="9275"/>
          <a:stretch/>
        </p:blipFill>
        <p:spPr bwMode="auto">
          <a:xfrm>
            <a:off x="4572000" y="-60886"/>
            <a:ext cx="7620000" cy="691888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arrow with a red circle and arrows pointing to the center&#10;&#10;Description automatically generated">
            <a:extLst>
              <a:ext uri="{FF2B5EF4-FFF2-40B4-BE49-F238E27FC236}">
                <a16:creationId xmlns:a16="http://schemas.microsoft.com/office/drawing/2014/main" id="{284791A3-CB12-DBAF-891A-A1A89A332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2918" y="6227990"/>
            <a:ext cx="469082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62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953"/>
    </mc:Choice>
    <mc:Fallback xmlns="">
      <p:transition spd="slow" advTm="3395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391A-098E-49EF-4811-A63B3238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Course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11B69-EBB3-9C21-96C3-E67E39BF69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933450"/>
            <a:ext cx="2832100" cy="524351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Geography</a:t>
            </a:r>
          </a:p>
          <a:p>
            <a:pPr lvl="1"/>
            <a:r>
              <a:rPr lang="en-US" dirty="0"/>
              <a:t>Locate and describe major cell types, tissue types, and organs of the human body.</a:t>
            </a:r>
          </a:p>
          <a:p>
            <a:pPr lvl="1"/>
            <a:r>
              <a:rPr lang="en-US" dirty="0"/>
              <a:t>Where is it?</a:t>
            </a:r>
          </a:p>
          <a:p>
            <a:pPr lvl="1"/>
            <a:r>
              <a:rPr lang="en-US" dirty="0"/>
              <a:t>What does it look like?</a:t>
            </a:r>
          </a:p>
        </p:txBody>
      </p:sp>
      <p:pic>
        <p:nvPicPr>
          <p:cNvPr id="19" name="Content Placeholder 18" descr="A map of the united states&#10;&#10;Description automatically generated">
            <a:extLst>
              <a:ext uri="{FF2B5EF4-FFF2-40B4-BE49-F238E27FC236}">
                <a16:creationId xmlns:a16="http://schemas.microsoft.com/office/drawing/2014/main" id="{25249E6C-790A-E3BF-277E-FF7165B6E5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072671" y="399256"/>
            <a:ext cx="9017729" cy="63119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4D0D91-8CEF-D637-C18D-24306EDEC482}"/>
              </a:ext>
            </a:extLst>
          </p:cNvPr>
          <p:cNvSpPr txBox="1"/>
          <p:nvPr/>
        </p:nvSpPr>
        <p:spPr>
          <a:xfrm>
            <a:off x="3072671" y="6458744"/>
            <a:ext cx="61912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http://www.shadedrelief.com/physical/pages/download.html</a:t>
            </a:r>
          </a:p>
        </p:txBody>
      </p:sp>
    </p:spTree>
    <p:extLst>
      <p:ext uri="{BB962C8B-B14F-4D97-AF65-F5344CB8AC3E}">
        <p14:creationId xmlns:p14="http://schemas.microsoft.com/office/powerpoint/2010/main" val="402964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953"/>
    </mc:Choice>
    <mc:Fallback xmlns="">
      <p:transition spd="slow" advTm="3395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So Totally Disgusted Face Swap">
            <a:extLst>
              <a:ext uri="{FF2B5EF4-FFF2-40B4-BE49-F238E27FC236}">
                <a16:creationId xmlns:a16="http://schemas.microsoft.com/office/drawing/2014/main" id="{40787641-B4BF-5F63-BD34-4525FDA9D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158" y="28330"/>
            <a:ext cx="9131299" cy="682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02413C-2592-ED47-BDBF-C9C4E9ECA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Trigger Warnings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77FD7-383B-B3AD-1767-FFD07F2DF3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This course includes materials and discussions that will be uncomfortable or emotionally challenging</a:t>
            </a:r>
          </a:p>
          <a:p>
            <a:endParaRPr lang="en-US" dirty="0"/>
          </a:p>
          <a:p>
            <a:r>
              <a:rPr lang="en-US" b="1" u="sng" dirty="0"/>
              <a:t>Graphic Content: </a:t>
            </a:r>
            <a:r>
              <a:rPr lang="en-US" dirty="0"/>
              <a:t>Cadavers, dissections, and internal organs</a:t>
            </a:r>
          </a:p>
          <a:p>
            <a:endParaRPr lang="en-US" dirty="0"/>
          </a:p>
          <a:p>
            <a:r>
              <a:rPr lang="en-US" b="1" u="sng" dirty="0"/>
              <a:t>Sensory disturbances</a:t>
            </a:r>
            <a:r>
              <a:rPr lang="en-US" b="1" dirty="0"/>
              <a:t>:</a:t>
            </a:r>
            <a:r>
              <a:rPr lang="en-US" dirty="0"/>
              <a:t> Smells, textures, visual, and/or auditory experiences that may be unsettling</a:t>
            </a:r>
          </a:p>
          <a:p>
            <a:endParaRPr lang="en-US" b="1" u="sng" dirty="0"/>
          </a:p>
          <a:p>
            <a:r>
              <a:rPr lang="en-US" b="1" u="sng" dirty="0"/>
              <a:t>Blood &amp; Trauma: </a:t>
            </a:r>
            <a:r>
              <a:rPr lang="en-US" dirty="0"/>
              <a:t>Injuries, surgeries, and bodily fluids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8D4E3-40D8-5794-6B34-D109691862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Life and Death Topics: </a:t>
            </a:r>
            <a:r>
              <a:rPr lang="en-US" dirty="0"/>
              <a:t>Birth, reproduction, death, and dying</a:t>
            </a:r>
          </a:p>
          <a:p>
            <a:endParaRPr lang="en-US" b="1" u="sng" dirty="0"/>
          </a:p>
          <a:p>
            <a:r>
              <a:rPr lang="en-US" b="1" u="sng" dirty="0"/>
              <a:t>Emotional Sensitivities: </a:t>
            </a:r>
            <a:r>
              <a:rPr lang="en-US" dirty="0"/>
              <a:t>Medical conditions (including cancer,) self-harm, or abuse</a:t>
            </a:r>
          </a:p>
          <a:p>
            <a:endParaRPr lang="en-US" dirty="0"/>
          </a:p>
          <a:p>
            <a:r>
              <a:rPr lang="en-US" b="1" u="sng" dirty="0"/>
              <a:t>Ethical Discussions: </a:t>
            </a:r>
            <a:r>
              <a:rPr lang="en-US" dirty="0"/>
              <a:t>Organ donation, euthanasia, dissection of animals</a:t>
            </a:r>
          </a:p>
          <a:p>
            <a:endParaRPr lang="en-US" dirty="0"/>
          </a:p>
          <a:p>
            <a:r>
              <a:rPr lang="en-US" b="1" dirty="0"/>
              <a:t>If concerned or affected</a:t>
            </a:r>
            <a:r>
              <a:rPr lang="en-US" dirty="0"/>
              <a:t>: You are encouraged to step out, care for yourself, and reach out to me or campus resources for support.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63E23-04BF-9AF7-BA93-0AD99EAD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7B92-7F84-4C8B-AD01-1C1E92F868B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10161-DB34-FA76-3FEA-FACE1759B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4D2F5-BEC3-E798-FB5C-F31FDF79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90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1" dur="indefinite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688AB-3D65-4F5B-88E6-09765965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Contacting Dr. Talbott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75076-87F1-5339-732C-B0C2600589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Please reach out at any time if you have a question or need help.</a:t>
            </a:r>
          </a:p>
          <a:p>
            <a:r>
              <a:rPr lang="en-US" dirty="0"/>
              <a:t>Contact:</a:t>
            </a:r>
          </a:p>
          <a:p>
            <a:pPr lvl="1"/>
            <a:r>
              <a:rPr lang="en-US" dirty="0"/>
              <a:t>Message me on Canvas</a:t>
            </a:r>
          </a:p>
          <a:p>
            <a:pPr lvl="1"/>
            <a:r>
              <a:rPr lang="en-US" dirty="0"/>
              <a:t>Email me at </a:t>
            </a:r>
            <a:r>
              <a:rPr lang="en-US" dirty="0">
                <a:hlinkClick r:id="rId2"/>
              </a:rPr>
              <a:t>htalbott@lccc.wy.edu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Text me</a:t>
            </a:r>
          </a:p>
          <a:p>
            <a:pPr lvl="1"/>
            <a:r>
              <a:rPr lang="en-US" dirty="0">
                <a:hlinkClick r:id="rId3"/>
              </a:rPr>
              <a:t>Chat with me on Teams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Call me on Teams</a:t>
            </a:r>
            <a:endParaRPr lang="en-US" dirty="0"/>
          </a:p>
          <a:p>
            <a:pPr lvl="1"/>
            <a:r>
              <a:rPr lang="en-US" dirty="0"/>
              <a:t>Call 307-778-1315</a:t>
            </a:r>
          </a:p>
          <a:p>
            <a:pPr lvl="1"/>
            <a:r>
              <a:rPr lang="en-US" dirty="0">
                <a:ea typeface="+mn-lt"/>
                <a:cs typeface="+mn-lt"/>
              </a:rPr>
              <a:t>Schedule a Meeting: Navigate or Calendly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2E03C-1BF2-3DF6-9D73-8B3EB0C040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6C48808-3B9D-B3FC-5A5F-BB68E3B0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F28C-C756-4354-878A-134D77480AD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D5CDDE0-8C88-B54E-DA8E-32A9366D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3A0C53-F82C-CD62-163C-E24AD5C6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516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CA7C-1679-5AA7-078B-6D08F8030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77600" cy="1003800"/>
          </a:xfrm>
        </p:spPr>
        <p:txBody>
          <a:bodyPr/>
          <a:lstStyle/>
          <a:p>
            <a:r>
              <a:rPr lang="en-US" dirty="0"/>
              <a:t>Course Materials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5D97A67-624E-6032-B622-890CB093C6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4947788"/>
              </p:ext>
            </p:extLst>
          </p:nvPr>
        </p:nvGraphicFramePr>
        <p:xfrm>
          <a:off x="1" y="885826"/>
          <a:ext cx="5508170" cy="231457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4759403">
                  <a:extLst>
                    <a:ext uri="{9D8B030D-6E8A-4147-A177-3AD203B41FA5}">
                      <a16:colId xmlns:a16="http://schemas.microsoft.com/office/drawing/2014/main" val="3834410817"/>
                    </a:ext>
                  </a:extLst>
                </a:gridCol>
                <a:gridCol w="748767">
                  <a:extLst>
                    <a:ext uri="{9D8B030D-6E8A-4147-A177-3AD203B41FA5}">
                      <a16:colId xmlns:a16="http://schemas.microsoft.com/office/drawing/2014/main" val="3134241535"/>
                    </a:ext>
                  </a:extLst>
                </a:gridCol>
              </a:tblGrid>
              <a:tr h="1234439">
                <a:tc>
                  <a:txBody>
                    <a:bodyPr/>
                    <a:lstStyle/>
                    <a:p>
                      <a:r>
                        <a:rPr lang="en-US" sz="1600" kern="100" dirty="0">
                          <a:effectLst/>
                          <a:latin typeface="+mj-lt"/>
                        </a:rPr>
                        <a:t>Lab Manual (REQUIRED, eBook not recommended): </a:t>
                      </a:r>
                    </a:p>
                    <a:p>
                      <a:r>
                        <a:rPr lang="en-US" sz="1600" u="sng" kern="100" dirty="0">
                          <a:effectLst/>
                          <a:latin typeface="+mj-lt"/>
                          <a:hlinkClick r:id="rId2"/>
                        </a:rPr>
                        <a:t>Laboratory Manual For Principles Of Anatomy And Physiology (Looseleaf)</a:t>
                      </a:r>
                      <a:endParaRPr lang="en-US" sz="1600" kern="100" dirty="0">
                        <a:effectLst/>
                        <a:latin typeface="+mj-lt"/>
                      </a:endParaRPr>
                    </a:p>
                    <a:p>
                      <a:endParaRPr lang="en-US" sz="1600" kern="100" dirty="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21" marR="58621" marT="0" marB="0"/>
                </a:tc>
                <a:tc>
                  <a:txBody>
                    <a:bodyPr/>
                    <a:lstStyle/>
                    <a:p>
                      <a:endParaRPr lang="en-US" sz="1600" kern="100">
                        <a:effectLst/>
                        <a:latin typeface="+mj-lt"/>
                        <a:ea typeface="Times New Roman" panose="02020603050405020304" pitchFamily="18" charset="0"/>
                        <a:cs typeface="Atkinson Hyperlegible" pitchFamily="50" charset="0"/>
                      </a:endParaRPr>
                    </a:p>
                  </a:txBody>
                  <a:tcPr marL="58621" marR="58621" marT="0" marB="0"/>
                </a:tc>
                <a:extLst>
                  <a:ext uri="{0D108BD9-81ED-4DB2-BD59-A6C34878D82A}">
                    <a16:rowId xmlns:a16="http://schemas.microsoft.com/office/drawing/2014/main" val="1752166670"/>
                  </a:ext>
                </a:extLst>
              </a:tr>
              <a:tr h="1080135">
                <a:tc>
                  <a:txBody>
                    <a:bodyPr/>
                    <a:lstStyle/>
                    <a:p>
                      <a:endParaRPr lang="en-US" sz="1600" kern="100" dirty="0">
                        <a:effectLst/>
                        <a:latin typeface="+mj-lt"/>
                      </a:endParaRPr>
                    </a:p>
                  </a:txBody>
                  <a:tcPr marL="58621" marR="58621" marT="0" marB="0"/>
                </a:tc>
                <a:tc>
                  <a:txBody>
                    <a:bodyPr/>
                    <a:lstStyle/>
                    <a:p>
                      <a:endParaRPr lang="en-US" sz="1600" kern="100" dirty="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21" marR="58621" marT="0" marB="0"/>
                </a:tc>
                <a:extLst>
                  <a:ext uri="{0D108BD9-81ED-4DB2-BD59-A6C34878D82A}">
                    <a16:rowId xmlns:a16="http://schemas.microsoft.com/office/drawing/2014/main" val="97514513"/>
                  </a:ext>
                </a:extLst>
              </a:tr>
            </a:tbl>
          </a:graphicData>
        </a:graphic>
      </p:graphicFrame>
      <p:pic>
        <p:nvPicPr>
          <p:cNvPr id="3080" name="Picture 6" descr="Textbook Cover Picture of Allen - Laboratory Manual For Principles Of Anatomy And Physiology (Looseleaf)">
            <a:extLst>
              <a:ext uri="{FF2B5EF4-FFF2-40B4-BE49-F238E27FC236}">
                <a16:creationId xmlns:a16="http://schemas.microsoft.com/office/drawing/2014/main" id="{49FBDF00-E331-3F70-ADA2-8172E9CFA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305" y="0"/>
            <a:ext cx="3299847" cy="421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EDA83-31DB-8743-3BF0-242BF5B28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45EFE-7E5C-45BB-A6F9-89336EF9E1BB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9FB03-CB50-0229-B2EF-2713E8344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C3D8E-5064-29B9-1BC4-5DB25FCF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68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440226"/>
              </p:ext>
            </p:extLst>
          </p:nvPr>
        </p:nvGraphicFramePr>
        <p:xfrm>
          <a:off x="0" y="879476"/>
          <a:ext cx="5901690" cy="365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1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89025">
                <a:tc>
                  <a:txBody>
                    <a:bodyPr/>
                    <a:lstStyle/>
                    <a:p>
                      <a:pPr marL="57785">
                        <a:lnSpc>
                          <a:spcPts val="1795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Optional Textbook</a:t>
                      </a:r>
                      <a:r>
                        <a:rPr sz="1600" b="1" spc="-6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(optional):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1600" b="1" u="sng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2"/>
                        </a:rPr>
                        <a:t>Anatomy</a:t>
                      </a:r>
                      <a:r>
                        <a:rPr sz="1600" b="1" u="sng" spc="-2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2"/>
                        </a:rPr>
                        <a:t> </a:t>
                      </a:r>
                      <a:r>
                        <a:rPr sz="1600" b="1" u="sng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2"/>
                        </a:rPr>
                        <a:t>and</a:t>
                      </a:r>
                      <a:r>
                        <a:rPr sz="1600" b="1" u="sng" spc="-2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2"/>
                        </a:rPr>
                        <a:t> </a:t>
                      </a:r>
                      <a:r>
                        <a:rPr sz="1600" b="1" u="sng" spc="-1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2"/>
                        </a:rPr>
                        <a:t>Physiology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</a:txBody>
                  <a:tcPr marL="0" marR="0" marT="0" marB="0"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4105">
                <a:tc>
                  <a:txBody>
                    <a:bodyPr/>
                    <a:lstStyle/>
                    <a:p>
                      <a:pPr marL="58419">
                        <a:lnSpc>
                          <a:spcPts val="1795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Other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(optional):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600" b="1" u="sng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3"/>
                        </a:rPr>
                        <a:t>Anatom</a:t>
                      </a:r>
                      <a:r>
                        <a:rPr sz="1600" b="1" u="sng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</a:rPr>
                        <a:t>y</a:t>
                      </a:r>
                      <a:r>
                        <a:rPr sz="1600" b="1" u="sng" spc="-3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u="sng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3"/>
                        </a:rPr>
                        <a:t>Colorin</a:t>
                      </a:r>
                      <a:r>
                        <a:rPr sz="1600" b="1" u="sng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</a:rPr>
                        <a:t>g</a:t>
                      </a:r>
                      <a:r>
                        <a:rPr sz="1600" b="1" u="sng" spc="-35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u="sng" spc="-2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3"/>
                        </a:rPr>
                        <a:t>Book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</a:txBody>
                  <a:tcPr marL="0" marR="0" marT="0" marB="0">
                    <a:lnT w="12700">
                      <a:solidFill>
                        <a:srgbClr val="4471C4"/>
                      </a:solidFill>
                      <a:prstDash val="solid"/>
                    </a:lnT>
                    <a:solidFill>
                      <a:srgbClr val="4471C4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7485">
                <a:tc>
                  <a:txBody>
                    <a:bodyPr/>
                    <a:lstStyle/>
                    <a:p>
                      <a:pPr marL="58419">
                        <a:lnSpc>
                          <a:spcPts val="1795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Recommended: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  <a:p>
                      <a:pPr marL="972819" indent="-914400">
                        <a:lnSpc>
                          <a:spcPct val="100000"/>
                        </a:lnSpc>
                        <a:buChar char="•"/>
                        <a:tabLst>
                          <a:tab pos="972819" algn="l"/>
                        </a:tabLst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one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(1)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3-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inch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binder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for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the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textbook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  <a:p>
                      <a:pPr marL="972185" indent="-913765">
                        <a:lnSpc>
                          <a:spcPct val="100000"/>
                        </a:lnSpc>
                        <a:buChar char="•"/>
                        <a:tabLst>
                          <a:tab pos="972185" algn="l"/>
                        </a:tabLst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one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(1)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1.5-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inch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binder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for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the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lab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manual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  <a:p>
                      <a:pPr marL="58419" marR="856615" indent="914400">
                        <a:lnSpc>
                          <a:spcPct val="100000"/>
                        </a:lnSpc>
                        <a:buChar char="•"/>
                        <a:tabLst>
                          <a:tab pos="972819" algn="l"/>
                        </a:tabLst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two (2)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0.5-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inch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binders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for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using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only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the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unit/module</a:t>
                      </a:r>
                      <a:r>
                        <a:rPr sz="1600" b="1" spc="-7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materials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</a:txBody>
                  <a:tcPr marL="0" marR="0" marT="0" marB="0"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04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Course</a:t>
            </a:r>
            <a:r>
              <a:rPr spc="-35" dirty="0"/>
              <a:t> </a:t>
            </a:r>
            <a:r>
              <a:rPr spc="-10" dirty="0"/>
              <a:t>Materials</a:t>
            </a:r>
          </a:p>
        </p:txBody>
      </p:sp>
      <p:pic>
        <p:nvPicPr>
          <p:cNvPr id="5" name="object 5" descr="Anatomy+Physiology (Oer)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1602" y="0"/>
            <a:ext cx="3156849" cy="3954215"/>
          </a:xfrm>
          <a:prstGeom prst="rect">
            <a:avLst/>
          </a:prstGeom>
        </p:spPr>
      </p:pic>
      <p:pic>
        <p:nvPicPr>
          <p:cNvPr id="8" name="Picture 7" descr="Anatomy Coloring Book">
            <a:extLst>
              <a:ext uri="{FF2B5EF4-FFF2-40B4-BE49-F238E27FC236}">
                <a16:creationId xmlns:a16="http://schemas.microsoft.com/office/drawing/2014/main" id="{805002D2-11A0-58FB-9ECC-331893E212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053445" y="2702350"/>
            <a:ext cx="3143250" cy="40290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2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547" y="912442"/>
            <a:ext cx="5055356" cy="432169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85750" indent="-285750">
              <a:buFont typeface="Arial"/>
              <a:buChar char="•"/>
              <a:tabLst>
                <a:tab pos="240029" algn="l"/>
              </a:tabLst>
            </a:pPr>
            <a:r>
              <a:rPr lang="en-US" sz="2800"/>
              <a:t>Lecture Component (60%) </a:t>
            </a:r>
          </a:p>
          <a:p>
            <a:pPr marL="742950" lvl="1" indent="-285750">
              <a:buFont typeface="Courier New"/>
              <a:buChar char="o"/>
              <a:tabLst>
                <a:tab pos="240029" algn="l"/>
              </a:tabLst>
            </a:pPr>
            <a:r>
              <a:rPr lang="en-US" sz="2800"/>
              <a:t>Quizzes (7 quizzes): 45% </a:t>
            </a:r>
          </a:p>
          <a:p>
            <a:pPr marL="742950" lvl="1" indent="-285750">
              <a:buFont typeface="Courier New"/>
              <a:buChar char="o"/>
              <a:tabLst>
                <a:tab pos="240029" algn="l"/>
              </a:tabLst>
            </a:pPr>
            <a:r>
              <a:rPr lang="en-US" sz="2800"/>
              <a:t>IDK Research Presentation: 10% </a:t>
            </a:r>
          </a:p>
          <a:p>
            <a:pPr marL="742950" lvl="1" indent="-285750">
              <a:buFont typeface="Courier New"/>
              <a:buChar char="o"/>
              <a:tabLst>
                <a:tab pos="240029" algn="l"/>
              </a:tabLst>
            </a:pPr>
            <a:r>
              <a:rPr lang="en-US" sz="2800"/>
              <a:t>Art Project: 5% </a:t>
            </a:r>
          </a:p>
          <a:p>
            <a:pPr marL="285750" indent="-285750">
              <a:buFont typeface="Arial"/>
              <a:buChar char="•"/>
              <a:tabLst>
                <a:tab pos="240029" algn="l"/>
              </a:tabLst>
            </a:pPr>
            <a:r>
              <a:rPr lang="en-US" sz="2800"/>
              <a:t>Lab Component (40%) </a:t>
            </a:r>
          </a:p>
          <a:p>
            <a:pPr marL="742950" lvl="1" indent="-285750">
              <a:buFont typeface="Courier New"/>
              <a:buChar char="o"/>
              <a:tabLst>
                <a:tab pos="240029" algn="l"/>
              </a:tabLst>
            </a:pPr>
            <a:r>
              <a:rPr lang="en-US" sz="2800"/>
              <a:t>Lab Practical Quizzes (3 quizzes): 20% </a:t>
            </a:r>
          </a:p>
          <a:p>
            <a:pPr marL="742950" lvl="1" indent="-285750">
              <a:buFont typeface="Courier New"/>
              <a:buChar char="o"/>
              <a:tabLst>
                <a:tab pos="240029" algn="l"/>
              </a:tabLst>
            </a:pPr>
            <a:r>
              <a:rPr lang="en-US" sz="2800"/>
              <a:t>Lab Assignments and Reports: 20%</a:t>
            </a:r>
            <a:endParaRPr sz="28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1302544"/>
            <a:ext cx="6007099" cy="45053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250940" y="5831744"/>
            <a:ext cx="31857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3"/>
              </a:rPr>
              <a:t>This</a:t>
            </a:r>
            <a:r>
              <a:rPr sz="900" u="sng" spc="-3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3"/>
              </a:rPr>
              <a:t> </a:t>
            </a:r>
            <a:r>
              <a:rPr sz="9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3"/>
              </a:rPr>
              <a:t>Photo</a:t>
            </a:r>
            <a:r>
              <a:rPr sz="900" u="none" spc="-5" dirty="0">
                <a:solidFill>
                  <a:srgbClr val="0562C1"/>
                </a:solidFill>
                <a:latin typeface="Atkinson Hyperlegible"/>
                <a:cs typeface="Atkinson Hyperlegible"/>
              </a:rPr>
              <a:t> </a:t>
            </a:r>
            <a:r>
              <a:rPr sz="9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by</a:t>
            </a:r>
            <a:r>
              <a:rPr sz="9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9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Unknown</a:t>
            </a:r>
            <a:r>
              <a:rPr sz="9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9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Author</a:t>
            </a:r>
            <a:r>
              <a:rPr sz="9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9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is</a:t>
            </a:r>
            <a:r>
              <a:rPr sz="9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9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licensed</a:t>
            </a:r>
            <a:r>
              <a:rPr sz="900" u="none" spc="-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9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under </a:t>
            </a:r>
            <a:r>
              <a:rPr sz="9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4"/>
              </a:rPr>
              <a:t>CC</a:t>
            </a:r>
            <a:r>
              <a:rPr sz="900" u="sng" spc="-2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4"/>
              </a:rPr>
              <a:t> </a:t>
            </a:r>
            <a:r>
              <a:rPr sz="9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4"/>
              </a:rPr>
              <a:t>BY-SA-</a:t>
            </a:r>
            <a:r>
              <a:rPr sz="900" u="sng" spc="-2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4"/>
              </a:rPr>
              <a:t>NC</a:t>
            </a:r>
            <a:endParaRPr sz="900">
              <a:latin typeface="Atkinson Hyperlegible"/>
              <a:cs typeface="Atkinson Hyperlegibl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6F049-7000-21D6-1B6C-7F6468C3F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IDK Research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C7D8A-33F6-57EB-D049-A2AF56B5A4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objective is to practice your research and communication skills effectively.</a:t>
            </a:r>
          </a:p>
          <a:p>
            <a:endParaRPr lang="en-US" dirty="0"/>
          </a:p>
          <a:p>
            <a:r>
              <a:rPr lang="en-US" dirty="0"/>
              <a:t>Individual or group (max 4)</a:t>
            </a:r>
          </a:p>
          <a:p>
            <a:endParaRPr lang="en-US" dirty="0"/>
          </a:p>
          <a:p>
            <a:r>
              <a:rPr lang="en-US" dirty="0"/>
              <a:t>5-10 min of content per student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0C4491-CD7F-AEAB-5AAF-948C74601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Final Art Project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B94BD9F-7161-CD1C-6FD6-4E4D06A3E72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Students will create an art piece related to an anatomical structure or system using any medium (clay, yarn, edible goods, painting, computer animation, etc.) and present their creations in a gallery walk.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698F0E-E98B-9627-C329-4606A4CA3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Projects</a:t>
            </a:r>
          </a:p>
        </p:txBody>
      </p:sp>
    </p:spTree>
    <p:extLst>
      <p:ext uri="{BB962C8B-B14F-4D97-AF65-F5344CB8AC3E}">
        <p14:creationId xmlns:p14="http://schemas.microsoft.com/office/powerpoint/2010/main" val="2647803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8142CDD-D5AF-E99C-7269-491A0F9C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Practical Quizzes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3ECF7F-1C1C-7825-876C-9177CE2C55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Quizzes are cumulative and comprehensive </a:t>
            </a:r>
          </a:p>
          <a:p>
            <a:endParaRPr lang="en-US" dirty="0"/>
          </a:p>
          <a:p>
            <a:r>
              <a:rPr lang="en-US" dirty="0"/>
              <a:t>A non-collaborative and timed quiz.</a:t>
            </a:r>
          </a:p>
          <a:p>
            <a:endParaRPr lang="en-US" dirty="0"/>
          </a:p>
          <a:p>
            <a:r>
              <a:rPr lang="en-US" dirty="0"/>
              <a:t>Identify structures on models, specimens, or slides in a timed, station-based format.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EED4096-9B45-1960-54B6-6898F45356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Allowed resources: you and your brain</a:t>
            </a:r>
          </a:p>
          <a:p>
            <a:endParaRPr lang="en-US" dirty="0"/>
          </a:p>
          <a:p>
            <a:r>
              <a:rPr lang="en-US" dirty="0"/>
              <a:t>Not allowed resources: books, notes, other people, and online resources</a:t>
            </a:r>
          </a:p>
          <a:p>
            <a:endParaRPr lang="en-US" dirty="0"/>
          </a:p>
          <a:p>
            <a:r>
              <a:rPr lang="en-US" dirty="0"/>
              <a:t>Quizzes are taken in class. It can be made up within a week if an excused absence.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585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101258"/>
            <a:ext cx="12192000" cy="730936"/>
          </a:xfrm>
          <a:prstGeom prst="rect">
            <a:avLst/>
          </a:prstGeom>
        </p:spPr>
        <p:txBody>
          <a:bodyPr vert="horz" wrap="square" lIns="0" tIns="1752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1"/>
                </a:solidFill>
              </a:rPr>
              <a:t>Extra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Credit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Bingo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8" y="881127"/>
            <a:ext cx="5816600" cy="54203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0029" marR="86995" indent="-227329">
              <a:lnSpc>
                <a:spcPts val="23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Get</a:t>
            </a:r>
            <a:r>
              <a:rPr sz="2400" b="1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your</a:t>
            </a:r>
            <a:r>
              <a:rPr sz="2400" b="1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Bingo</a:t>
            </a:r>
            <a:r>
              <a:rPr sz="2400" b="1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card:</a:t>
            </a:r>
            <a:r>
              <a:rPr sz="24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Each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square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has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50" dirty="0">
                <a:solidFill>
                  <a:srgbClr val="FFFFFF"/>
                </a:solidFill>
                <a:latin typeface="Atkinson Hyperlegible"/>
                <a:cs typeface="Atkinson Hyperlegible"/>
              </a:rPr>
              <a:t>a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task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designed</a:t>
            </a:r>
            <a:r>
              <a:rPr sz="2400" u="none" spc="-5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to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help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engage</a:t>
            </a:r>
            <a:r>
              <a:rPr sz="2400" u="none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with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u="none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course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and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enhance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your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learning.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Trading</a:t>
            </a:r>
            <a:r>
              <a:rPr sz="2400" u="none" spc="-5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is</a:t>
            </a:r>
            <a:r>
              <a:rPr sz="2400" u="none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allowed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in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class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on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first 	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day.</a:t>
            </a:r>
            <a:endParaRPr sz="2400">
              <a:latin typeface="Atkinson Hyperlegible"/>
              <a:cs typeface="Atkinson Hyperlegible"/>
            </a:endParaRPr>
          </a:p>
          <a:p>
            <a:pPr marL="240029" indent="-227329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Complete</a:t>
            </a:r>
            <a:r>
              <a:rPr sz="2400" b="1" u="sng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tasks</a:t>
            </a:r>
            <a:r>
              <a:rPr sz="24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to</a:t>
            </a:r>
            <a:r>
              <a:rPr sz="2400" b="1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make</a:t>
            </a:r>
            <a:r>
              <a:rPr sz="2400" b="1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Bingos:</a:t>
            </a:r>
            <a:endParaRPr sz="2400">
              <a:latin typeface="Atkinson Hyperlegible"/>
              <a:cs typeface="Atkinson Hyperlegible"/>
            </a:endParaRPr>
          </a:p>
          <a:p>
            <a:pPr marL="698500" marR="589280" lvl="1" indent="-228600">
              <a:lnSpc>
                <a:spcPct val="80000"/>
              </a:lnSpc>
              <a:spcBef>
                <a:spcPts val="520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Bingo</a:t>
            </a:r>
            <a:r>
              <a:rPr sz="20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is</a:t>
            </a:r>
            <a:r>
              <a:rPr sz="20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straight</a:t>
            </a:r>
            <a:r>
              <a:rPr sz="20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line</a:t>
            </a:r>
            <a:r>
              <a:rPr sz="2000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4</a:t>
            </a:r>
            <a:r>
              <a:rPr sz="20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 completed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tasks</a:t>
            </a:r>
            <a:r>
              <a:rPr sz="2000" spc="-5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(horizontal,</a:t>
            </a:r>
            <a:r>
              <a:rPr sz="2000" spc="-5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vertical,</a:t>
            </a:r>
            <a:r>
              <a:rPr sz="2000" spc="-4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or</a:t>
            </a:r>
            <a:r>
              <a:rPr sz="20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diagonal).</a:t>
            </a:r>
            <a:endParaRPr sz="2000">
              <a:latin typeface="Atkinson Hyperlegible"/>
              <a:cs typeface="Atkinson Hyperlegible"/>
            </a:endParaRPr>
          </a:p>
          <a:p>
            <a:pPr marL="240029" marR="5080" indent="-227329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Document</a:t>
            </a:r>
            <a:r>
              <a:rPr sz="24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your</a:t>
            </a:r>
            <a:r>
              <a:rPr sz="2400" b="1" u="sng" spc="-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progress:</a:t>
            </a:r>
            <a:r>
              <a:rPr sz="24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For</a:t>
            </a:r>
            <a:r>
              <a:rPr sz="2400" u="none" spc="-4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each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completed</a:t>
            </a:r>
            <a:r>
              <a:rPr sz="2400" u="none" spc="-5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task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in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Bingo,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briefly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describe</a:t>
            </a:r>
            <a:r>
              <a:rPr sz="2400" u="none" spc="-4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what</a:t>
            </a:r>
            <a:r>
              <a:rPr sz="2400" u="none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did</a:t>
            </a:r>
            <a:r>
              <a:rPr sz="2400" u="none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and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submit</a:t>
            </a:r>
            <a:r>
              <a:rPr sz="2400" u="none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any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required</a:t>
            </a:r>
            <a:r>
              <a:rPr sz="2400" u="none" spc="-6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proof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(e.g.,</a:t>
            </a:r>
            <a:r>
              <a:rPr sz="2400" u="none" spc="-5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photo,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reflection,</a:t>
            </a:r>
            <a:r>
              <a:rPr sz="2400" u="none" spc="-6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or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confirmation</a:t>
            </a:r>
            <a:r>
              <a:rPr sz="2400" u="none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from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</a:t>
            </a:r>
            <a:r>
              <a:rPr sz="2400" u="none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peer</a:t>
            </a:r>
            <a:r>
              <a:rPr sz="2400" u="none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or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instructor)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within</a:t>
            </a:r>
            <a:r>
              <a:rPr sz="2400" u="none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this</a:t>
            </a:r>
            <a:r>
              <a:rPr sz="2400" u="none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assignment.</a:t>
            </a:r>
            <a:endParaRPr sz="2400">
              <a:latin typeface="Atkinson Hyperlegible"/>
              <a:cs typeface="Atkinson Hyperlegible"/>
            </a:endParaRPr>
          </a:p>
          <a:p>
            <a:pPr marL="239395" marR="316865" indent="-227329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0665" algn="l"/>
              </a:tabLst>
            </a:pP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Aim</a:t>
            </a:r>
            <a:r>
              <a:rPr sz="24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for</a:t>
            </a:r>
            <a:r>
              <a:rPr sz="24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a</a:t>
            </a:r>
            <a:r>
              <a:rPr sz="2400" b="1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blackout:</a:t>
            </a:r>
            <a:r>
              <a:rPr sz="24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Complete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all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16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tasks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on</a:t>
            </a:r>
            <a:r>
              <a:rPr sz="2400" u="none" spc="-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u="none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card</a:t>
            </a:r>
            <a:r>
              <a:rPr sz="2400" u="none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to</a:t>
            </a:r>
            <a:r>
              <a:rPr sz="2400" u="none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earn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maximum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extra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credit.</a:t>
            </a:r>
            <a:endParaRPr sz="2400">
              <a:latin typeface="Atkinson Hyperlegible"/>
              <a:cs typeface="Atkinson Hyperlegib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0938" y="881127"/>
            <a:ext cx="5636895" cy="15240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0029" marR="526415" indent="-227329">
              <a:lnSpc>
                <a:spcPts val="23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dirty="0">
                <a:solidFill>
                  <a:srgbClr val="FFFFFF"/>
                </a:solidFill>
                <a:latin typeface="Atkinson Hyperlegible"/>
                <a:cs typeface="Atkinson Hyperlegible"/>
              </a:rPr>
              <a:t>Each</a:t>
            </a:r>
            <a:r>
              <a:rPr sz="2400" b="1" spc="-5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tkinson Hyperlegible"/>
                <a:cs typeface="Atkinson Hyperlegible"/>
              </a:rPr>
              <a:t>Bingo:</a:t>
            </a:r>
            <a:r>
              <a:rPr sz="2400" b="1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5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points</a:t>
            </a:r>
            <a:r>
              <a:rPr sz="2400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(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0.5%</a:t>
            </a:r>
            <a:r>
              <a:rPr sz="2400" spc="-6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of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final 	grade)</a:t>
            </a:r>
            <a:endParaRPr sz="2400">
              <a:latin typeface="Atkinson Hyperlegible"/>
              <a:cs typeface="Atkinson Hyperlegible"/>
            </a:endParaRPr>
          </a:p>
          <a:p>
            <a:pPr>
              <a:lnSpc>
                <a:spcPct val="100000"/>
              </a:lnSpc>
              <a:spcBef>
                <a:spcPts val="780"/>
              </a:spcBef>
              <a:buClr>
                <a:srgbClr val="FFFFFF"/>
              </a:buClr>
              <a:buFont typeface="Arial"/>
              <a:buChar char="•"/>
            </a:pPr>
            <a:endParaRPr sz="2400">
              <a:latin typeface="Atkinson Hyperlegible"/>
              <a:cs typeface="Atkinson Hyperlegible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FFFFFF"/>
                </a:solidFill>
                <a:latin typeface="Atkinson Hyperlegible"/>
                <a:cs typeface="Atkinson Hyperlegible"/>
              </a:rPr>
              <a:t>Blackout:</a:t>
            </a:r>
            <a:r>
              <a:rPr sz="2400" b="1" spc="-6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50</a:t>
            </a:r>
            <a:r>
              <a:rPr sz="2400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points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(5%</a:t>
            </a:r>
            <a:r>
              <a:rPr sz="2400" spc="-5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of</a:t>
            </a:r>
            <a:r>
              <a:rPr sz="2400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final</a:t>
            </a:r>
            <a:r>
              <a:rPr sz="2400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grade).</a:t>
            </a:r>
            <a:endParaRPr sz="2400">
              <a:latin typeface="Atkinson Hyperlegible"/>
              <a:cs typeface="Atkinson Hyperlegible"/>
            </a:endParaRPr>
          </a:p>
        </p:txBody>
      </p:sp>
      <p:pic>
        <p:nvPicPr>
          <p:cNvPr id="5" name="object 5" descr="Game playing table with number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7190" y="2697492"/>
            <a:ext cx="5253177" cy="347946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AD0B2-378F-BFE5-93FB-8FBB80947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A8830-7AE9-D2F8-0570-3CF08F1D94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You will receive points for many in-class activities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u="sng" dirty="0"/>
              <a:t>Excused absence </a:t>
            </a:r>
            <a:r>
              <a:rPr lang="en-US" dirty="0"/>
              <a:t>in this class requires that you communicate with me in advance, if possible, or as soon as possible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Unexcused absences from class will not be able to make up in-class assignments and points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6" name="Content Placeholder 5" descr="People in classroom">
            <a:extLst>
              <a:ext uri="{FF2B5EF4-FFF2-40B4-BE49-F238E27FC236}">
                <a16:creationId xmlns:a16="http://schemas.microsoft.com/office/drawing/2014/main" id="{28791147-642C-3968-5E12-C5145772F0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50138"/>
            <a:ext cx="6007100" cy="401013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25A1E-F7AE-DD13-B995-E15181403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10D8-14C5-41EF-8FBC-71698A010814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98BFE-E598-8937-3573-61FFEDB79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85396-7961-8508-3EDE-1E5B7209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110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7D037-DF65-F6BA-2FA0-8D2896D3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and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6EC7C-F047-CE0E-0B54-321600E67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6B238-D9CF-2961-2414-1ED7387EE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5C1B-BA84-4C12-AD00-A090C19A64F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AD067-6447-661B-84D6-B6B2A73CF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A9713-DA14-5A9F-5EC8-5C93784A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832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5E3590-35CE-41CD-AA3E-40135BB82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IDK points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3F8D46-418E-4852-894B-A7706747AE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You encouraged to ask questions, in class, after class, out loud, on paper, by email</a:t>
            </a:r>
          </a:p>
          <a:p>
            <a:endParaRPr lang="en-US" dirty="0"/>
          </a:p>
          <a:p>
            <a:r>
              <a:rPr lang="en-US" dirty="0"/>
              <a:t>If I don’t know the answer to your question the class gets </a:t>
            </a:r>
            <a:r>
              <a:rPr lang="en-US" b="1" dirty="0"/>
              <a:t>1 IDK </a:t>
            </a:r>
            <a:r>
              <a:rPr lang="en-US" dirty="0"/>
              <a:t>point</a:t>
            </a:r>
          </a:p>
          <a:p>
            <a:endParaRPr lang="en-US" dirty="0"/>
          </a:p>
          <a:p>
            <a:r>
              <a:rPr lang="en-US" dirty="0"/>
              <a:t>If the whole class can reach </a:t>
            </a:r>
            <a:r>
              <a:rPr lang="en-US" b="1" dirty="0"/>
              <a:t>20 IDK </a:t>
            </a:r>
            <a:r>
              <a:rPr lang="en-US" dirty="0"/>
              <a:t>points I will bring a treat for the whole class (donuts/cookies/pizza/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Questions must be relevant to class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00DC6E3-1CA9-4B3D-B32F-0A5649CC91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1705364"/>
            <a:ext cx="6007100" cy="369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DE183-7313-9B07-CD1B-02893A47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A1FC-BE01-4A5C-8B8E-D8BA8556BFE0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548D57-55EC-71E7-F09C-E054F8D39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50EFB-13CF-D46E-4723-EB5777D0D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354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7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6122-91D8-490D-8294-BAF46768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Safety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2410155-2402-8B6B-C75A-227830622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B6D5A-5B07-E15E-C147-F3DF974C6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6DE6-315F-4C94-BD73-15A18987A24B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ABA48-2E07-899F-331E-209C82987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62FE2-15B3-EAD7-E147-3E95A93B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717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7317" y="763930"/>
            <a:ext cx="7686040" cy="5822315"/>
          </a:xfrm>
          <a:custGeom>
            <a:avLst/>
            <a:gdLst/>
            <a:ahLst/>
            <a:cxnLst/>
            <a:rect l="l" t="t" r="r" b="b"/>
            <a:pathLst>
              <a:path w="7686040" h="5822315">
                <a:moveTo>
                  <a:pt x="0" y="0"/>
                </a:moveTo>
                <a:lnTo>
                  <a:pt x="7685595" y="0"/>
                </a:lnTo>
                <a:lnTo>
                  <a:pt x="7685595" y="5822061"/>
                </a:lnTo>
                <a:lnTo>
                  <a:pt x="0" y="5822061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4471C4"/>
          </a:solidFill>
          <a:ln w="12700">
            <a:solidFill>
              <a:srgbClr val="162C51"/>
            </a:solidFill>
          </a:ln>
        </p:spPr>
        <p:txBody>
          <a:bodyPr vert="horz" wrap="square" lIns="0" tIns="238125" rIns="0" bIns="0" rtlCol="0">
            <a:spAutoFit/>
          </a:bodyPr>
          <a:lstStyle/>
          <a:p>
            <a:pPr marL="422909">
              <a:lnSpc>
                <a:spcPct val="100000"/>
              </a:lnSpc>
              <a:spcBef>
                <a:spcPts val="1875"/>
              </a:spcBef>
            </a:pPr>
            <a:r>
              <a:rPr sz="2400" spc="-10" dirty="0"/>
              <a:t>Podium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41260" y="202756"/>
            <a:ext cx="9512300" cy="6402705"/>
            <a:chOff x="141260" y="202756"/>
            <a:chExt cx="9512300" cy="6402705"/>
          </a:xfrm>
        </p:grpSpPr>
        <p:sp>
          <p:nvSpPr>
            <p:cNvPr id="5" name="object 5"/>
            <p:cNvSpPr/>
            <p:nvPr/>
          </p:nvSpPr>
          <p:spPr>
            <a:xfrm>
              <a:off x="5448680" y="1261590"/>
              <a:ext cx="358140" cy="57150"/>
            </a:xfrm>
            <a:custGeom>
              <a:avLst/>
              <a:gdLst/>
              <a:ahLst/>
              <a:cxnLst/>
              <a:rect l="l" t="t" r="r" b="b"/>
              <a:pathLst>
                <a:path w="358139" h="57150">
                  <a:moveTo>
                    <a:pt x="357859" y="56535"/>
                  </a:moveTo>
                  <a:lnTo>
                    <a:pt x="0" y="56535"/>
                  </a:lnTo>
                  <a:lnTo>
                    <a:pt x="0" y="0"/>
                  </a:lnTo>
                  <a:lnTo>
                    <a:pt x="357859" y="0"/>
                  </a:lnTo>
                  <a:lnTo>
                    <a:pt x="357859" y="5653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8690" y="1261590"/>
              <a:ext cx="358140" cy="57150"/>
            </a:xfrm>
            <a:custGeom>
              <a:avLst/>
              <a:gdLst/>
              <a:ahLst/>
              <a:cxnLst/>
              <a:rect l="l" t="t" r="r" b="b"/>
              <a:pathLst>
                <a:path w="358139" h="57150">
                  <a:moveTo>
                    <a:pt x="0" y="0"/>
                  </a:moveTo>
                  <a:lnTo>
                    <a:pt x="357859" y="0"/>
                  </a:lnTo>
                  <a:lnTo>
                    <a:pt x="357859" y="56535"/>
                  </a:lnTo>
                  <a:lnTo>
                    <a:pt x="0" y="56535"/>
                  </a:lnTo>
                  <a:lnTo>
                    <a:pt x="0" y="0"/>
                  </a:lnTo>
                  <a:close/>
                </a:path>
              </a:pathLst>
            </a:custGeom>
            <a:ln w="12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58105" y="526630"/>
              <a:ext cx="339090" cy="217170"/>
            </a:xfrm>
            <a:custGeom>
              <a:avLst/>
              <a:gdLst/>
              <a:ahLst/>
              <a:cxnLst/>
              <a:rect l="l" t="t" r="r" b="b"/>
              <a:pathLst>
                <a:path w="339089" h="217170">
                  <a:moveTo>
                    <a:pt x="339025" y="216720"/>
                  </a:moveTo>
                  <a:lnTo>
                    <a:pt x="0" y="216720"/>
                  </a:lnTo>
                  <a:lnTo>
                    <a:pt x="0" y="179029"/>
                  </a:lnTo>
                  <a:lnTo>
                    <a:pt x="28252" y="179029"/>
                  </a:lnTo>
                  <a:lnTo>
                    <a:pt x="36651" y="130937"/>
                  </a:lnTo>
                  <a:lnTo>
                    <a:pt x="60081" y="89622"/>
                  </a:lnTo>
                  <a:lnTo>
                    <a:pt x="95849" y="58382"/>
                  </a:lnTo>
                  <a:lnTo>
                    <a:pt x="141260" y="40517"/>
                  </a:lnTo>
                  <a:lnTo>
                    <a:pt x="141260" y="0"/>
                  </a:lnTo>
                  <a:lnTo>
                    <a:pt x="197764" y="0"/>
                  </a:lnTo>
                  <a:lnTo>
                    <a:pt x="197764" y="40517"/>
                  </a:lnTo>
                  <a:lnTo>
                    <a:pt x="243175" y="58382"/>
                  </a:lnTo>
                  <a:lnTo>
                    <a:pt x="278943" y="89622"/>
                  </a:lnTo>
                  <a:lnTo>
                    <a:pt x="302373" y="130937"/>
                  </a:lnTo>
                  <a:lnTo>
                    <a:pt x="310773" y="179029"/>
                  </a:lnTo>
                  <a:lnTo>
                    <a:pt x="339025" y="179029"/>
                  </a:lnTo>
                  <a:lnTo>
                    <a:pt x="339025" y="21672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8105" y="526630"/>
              <a:ext cx="339090" cy="217170"/>
            </a:xfrm>
            <a:custGeom>
              <a:avLst/>
              <a:gdLst/>
              <a:ahLst/>
              <a:cxnLst/>
              <a:rect l="l" t="t" r="r" b="b"/>
              <a:pathLst>
                <a:path w="339089" h="217170">
                  <a:moveTo>
                    <a:pt x="339025" y="179029"/>
                  </a:moveTo>
                  <a:lnTo>
                    <a:pt x="310773" y="179029"/>
                  </a:lnTo>
                  <a:lnTo>
                    <a:pt x="302373" y="130937"/>
                  </a:lnTo>
                  <a:lnTo>
                    <a:pt x="278943" y="89622"/>
                  </a:lnTo>
                  <a:lnTo>
                    <a:pt x="243175" y="58382"/>
                  </a:lnTo>
                  <a:lnTo>
                    <a:pt x="197764" y="40517"/>
                  </a:lnTo>
                  <a:lnTo>
                    <a:pt x="197764" y="0"/>
                  </a:lnTo>
                  <a:lnTo>
                    <a:pt x="141260" y="0"/>
                  </a:lnTo>
                  <a:lnTo>
                    <a:pt x="141260" y="40517"/>
                  </a:lnTo>
                  <a:lnTo>
                    <a:pt x="95849" y="58382"/>
                  </a:lnTo>
                  <a:lnTo>
                    <a:pt x="60081" y="89622"/>
                  </a:lnTo>
                  <a:lnTo>
                    <a:pt x="36651" y="130937"/>
                  </a:lnTo>
                  <a:lnTo>
                    <a:pt x="28252" y="179029"/>
                  </a:lnTo>
                  <a:lnTo>
                    <a:pt x="0" y="179029"/>
                  </a:lnTo>
                  <a:lnTo>
                    <a:pt x="0" y="216720"/>
                  </a:lnTo>
                  <a:lnTo>
                    <a:pt x="339025" y="216720"/>
                  </a:lnTo>
                  <a:lnTo>
                    <a:pt x="339025" y="179029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8820" y="859566"/>
              <a:ext cx="116146" cy="1538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0272" y="859566"/>
              <a:ext cx="116146" cy="15389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86362" y="781037"/>
              <a:ext cx="282575" cy="443230"/>
            </a:xfrm>
            <a:custGeom>
              <a:avLst/>
              <a:gdLst/>
              <a:ahLst/>
              <a:cxnLst/>
              <a:rect l="l" t="t" r="r" b="b"/>
              <a:pathLst>
                <a:path w="282575" h="443230">
                  <a:moveTo>
                    <a:pt x="282520" y="442863"/>
                  </a:moveTo>
                  <a:lnTo>
                    <a:pt x="0" y="442863"/>
                  </a:lnTo>
                  <a:lnTo>
                    <a:pt x="0" y="0"/>
                  </a:lnTo>
                  <a:lnTo>
                    <a:pt x="282520" y="0"/>
                  </a:lnTo>
                  <a:lnTo>
                    <a:pt x="282520" y="65958"/>
                  </a:lnTo>
                  <a:lnTo>
                    <a:pt x="141260" y="65958"/>
                  </a:lnTo>
                  <a:lnTo>
                    <a:pt x="108267" y="72623"/>
                  </a:lnTo>
                  <a:lnTo>
                    <a:pt x="81327" y="90798"/>
                  </a:lnTo>
                  <a:lnTo>
                    <a:pt x="63164" y="117754"/>
                  </a:lnTo>
                  <a:lnTo>
                    <a:pt x="56504" y="150762"/>
                  </a:lnTo>
                  <a:lnTo>
                    <a:pt x="63164" y="183773"/>
                  </a:lnTo>
                  <a:lnTo>
                    <a:pt x="81327" y="210728"/>
                  </a:lnTo>
                  <a:lnTo>
                    <a:pt x="108267" y="228901"/>
                  </a:lnTo>
                  <a:lnTo>
                    <a:pt x="141260" y="235565"/>
                  </a:lnTo>
                  <a:lnTo>
                    <a:pt x="282520" y="235565"/>
                  </a:lnTo>
                  <a:lnTo>
                    <a:pt x="282520" y="442863"/>
                  </a:lnTo>
                  <a:close/>
                </a:path>
                <a:path w="282575" h="443230">
                  <a:moveTo>
                    <a:pt x="282520" y="235565"/>
                  </a:moveTo>
                  <a:lnTo>
                    <a:pt x="141260" y="235565"/>
                  </a:lnTo>
                  <a:lnTo>
                    <a:pt x="174249" y="228901"/>
                  </a:lnTo>
                  <a:lnTo>
                    <a:pt x="201190" y="210728"/>
                  </a:lnTo>
                  <a:lnTo>
                    <a:pt x="219355" y="183773"/>
                  </a:lnTo>
                  <a:lnTo>
                    <a:pt x="226016" y="150762"/>
                  </a:lnTo>
                  <a:lnTo>
                    <a:pt x="219355" y="117754"/>
                  </a:lnTo>
                  <a:lnTo>
                    <a:pt x="201190" y="90798"/>
                  </a:lnTo>
                  <a:lnTo>
                    <a:pt x="174249" y="72623"/>
                  </a:lnTo>
                  <a:lnTo>
                    <a:pt x="141260" y="65958"/>
                  </a:lnTo>
                  <a:lnTo>
                    <a:pt x="282520" y="65958"/>
                  </a:lnTo>
                  <a:lnTo>
                    <a:pt x="282520" y="23556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86362" y="781036"/>
              <a:ext cx="282575" cy="443230"/>
            </a:xfrm>
            <a:custGeom>
              <a:avLst/>
              <a:gdLst/>
              <a:ahLst/>
              <a:cxnLst/>
              <a:rect l="l" t="t" r="r" b="b"/>
              <a:pathLst>
                <a:path w="282575" h="443230">
                  <a:moveTo>
                    <a:pt x="0" y="442863"/>
                  </a:moveTo>
                  <a:lnTo>
                    <a:pt x="282520" y="442863"/>
                  </a:lnTo>
                  <a:lnTo>
                    <a:pt x="282520" y="0"/>
                  </a:lnTo>
                  <a:lnTo>
                    <a:pt x="0" y="0"/>
                  </a:lnTo>
                  <a:lnTo>
                    <a:pt x="0" y="442863"/>
                  </a:lnTo>
                  <a:close/>
                </a:path>
              </a:pathLst>
            </a:custGeom>
            <a:ln w="125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6588" y="840716"/>
              <a:ext cx="182069" cy="18216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408149" y="3700259"/>
              <a:ext cx="640080" cy="763270"/>
            </a:xfrm>
            <a:custGeom>
              <a:avLst/>
              <a:gdLst/>
              <a:ahLst/>
              <a:cxnLst/>
              <a:rect l="l" t="t" r="r" b="b"/>
              <a:pathLst>
                <a:path w="640079" h="763270">
                  <a:moveTo>
                    <a:pt x="550316" y="222389"/>
                  </a:moveTo>
                  <a:lnTo>
                    <a:pt x="499821" y="210261"/>
                  </a:lnTo>
                  <a:lnTo>
                    <a:pt x="456819" y="194906"/>
                  </a:lnTo>
                  <a:lnTo>
                    <a:pt x="456819" y="317677"/>
                  </a:lnTo>
                  <a:lnTo>
                    <a:pt x="295706" y="478878"/>
                  </a:lnTo>
                  <a:lnTo>
                    <a:pt x="200469" y="383590"/>
                  </a:lnTo>
                  <a:lnTo>
                    <a:pt x="232829" y="351218"/>
                  </a:lnTo>
                  <a:lnTo>
                    <a:pt x="295706" y="414121"/>
                  </a:lnTo>
                  <a:lnTo>
                    <a:pt x="358571" y="351218"/>
                  </a:lnTo>
                  <a:lnTo>
                    <a:pt x="424459" y="285292"/>
                  </a:lnTo>
                  <a:lnTo>
                    <a:pt x="456819" y="317677"/>
                  </a:lnTo>
                  <a:lnTo>
                    <a:pt x="456819" y="194906"/>
                  </a:lnTo>
                  <a:lnTo>
                    <a:pt x="451129" y="192862"/>
                  </a:lnTo>
                  <a:lnTo>
                    <a:pt x="404634" y="170383"/>
                  </a:lnTo>
                  <a:lnTo>
                    <a:pt x="360756" y="143027"/>
                  </a:lnTo>
                  <a:lnTo>
                    <a:pt x="319887" y="110972"/>
                  </a:lnTo>
                  <a:lnTo>
                    <a:pt x="279019" y="143027"/>
                  </a:lnTo>
                  <a:lnTo>
                    <a:pt x="235127" y="170383"/>
                  </a:lnTo>
                  <a:lnTo>
                    <a:pt x="188645" y="192862"/>
                  </a:lnTo>
                  <a:lnTo>
                    <a:pt x="139941" y="210261"/>
                  </a:lnTo>
                  <a:lnTo>
                    <a:pt x="89446" y="222389"/>
                  </a:lnTo>
                  <a:lnTo>
                    <a:pt x="89446" y="266750"/>
                  </a:lnTo>
                  <a:lnTo>
                    <a:pt x="91998" y="310375"/>
                  </a:lnTo>
                  <a:lnTo>
                    <a:pt x="99542" y="353834"/>
                  </a:lnTo>
                  <a:lnTo>
                    <a:pt x="111925" y="396862"/>
                  </a:lnTo>
                  <a:lnTo>
                    <a:pt x="128955" y="439178"/>
                  </a:lnTo>
                  <a:lnTo>
                    <a:pt x="150495" y="480504"/>
                  </a:lnTo>
                  <a:lnTo>
                    <a:pt x="176364" y="520560"/>
                  </a:lnTo>
                  <a:lnTo>
                    <a:pt x="206400" y="559079"/>
                  </a:lnTo>
                  <a:lnTo>
                    <a:pt x="240449" y="595769"/>
                  </a:lnTo>
                  <a:lnTo>
                    <a:pt x="278333" y="630377"/>
                  </a:lnTo>
                  <a:lnTo>
                    <a:pt x="319900" y="662597"/>
                  </a:lnTo>
                  <a:lnTo>
                    <a:pt x="361454" y="630377"/>
                  </a:lnTo>
                  <a:lnTo>
                    <a:pt x="399338" y="595769"/>
                  </a:lnTo>
                  <a:lnTo>
                    <a:pt x="433387" y="559079"/>
                  </a:lnTo>
                  <a:lnTo>
                    <a:pt x="463423" y="520560"/>
                  </a:lnTo>
                  <a:lnTo>
                    <a:pt x="489292" y="480504"/>
                  </a:lnTo>
                  <a:lnTo>
                    <a:pt x="490131" y="478878"/>
                  </a:lnTo>
                  <a:lnTo>
                    <a:pt x="510819" y="439178"/>
                  </a:lnTo>
                  <a:lnTo>
                    <a:pt x="527850" y="396862"/>
                  </a:lnTo>
                  <a:lnTo>
                    <a:pt x="540219" y="353834"/>
                  </a:lnTo>
                  <a:lnTo>
                    <a:pt x="547763" y="310375"/>
                  </a:lnTo>
                  <a:lnTo>
                    <a:pt x="550316" y="266750"/>
                  </a:lnTo>
                  <a:lnTo>
                    <a:pt x="550316" y="222389"/>
                  </a:lnTo>
                  <a:close/>
                </a:path>
                <a:path w="640079" h="763270">
                  <a:moveTo>
                    <a:pt x="639787" y="175793"/>
                  </a:moveTo>
                  <a:lnTo>
                    <a:pt x="607212" y="139738"/>
                  </a:lnTo>
                  <a:lnTo>
                    <a:pt x="578573" y="135636"/>
                  </a:lnTo>
                  <a:lnTo>
                    <a:pt x="578573" y="198424"/>
                  </a:lnTo>
                  <a:lnTo>
                    <a:pt x="578573" y="266750"/>
                  </a:lnTo>
                  <a:lnTo>
                    <a:pt x="575792" y="313931"/>
                  </a:lnTo>
                  <a:lnTo>
                    <a:pt x="567575" y="360895"/>
                  </a:lnTo>
                  <a:lnTo>
                    <a:pt x="554101" y="407339"/>
                  </a:lnTo>
                  <a:lnTo>
                    <a:pt x="535559" y="452932"/>
                  </a:lnTo>
                  <a:lnTo>
                    <a:pt x="512114" y="497370"/>
                  </a:lnTo>
                  <a:lnTo>
                    <a:pt x="483971" y="540346"/>
                  </a:lnTo>
                  <a:lnTo>
                    <a:pt x="451294" y="581558"/>
                  </a:lnTo>
                  <a:lnTo>
                    <a:pt x="414274" y="620699"/>
                  </a:lnTo>
                  <a:lnTo>
                    <a:pt x="373100" y="657440"/>
                  </a:lnTo>
                  <a:lnTo>
                    <a:pt x="327939" y="691489"/>
                  </a:lnTo>
                  <a:lnTo>
                    <a:pt x="319900" y="697052"/>
                  </a:lnTo>
                  <a:lnTo>
                    <a:pt x="311861" y="691489"/>
                  </a:lnTo>
                  <a:lnTo>
                    <a:pt x="266700" y="657440"/>
                  </a:lnTo>
                  <a:lnTo>
                    <a:pt x="225526" y="620699"/>
                  </a:lnTo>
                  <a:lnTo>
                    <a:pt x="188506" y="581558"/>
                  </a:lnTo>
                  <a:lnTo>
                    <a:pt x="155829" y="540346"/>
                  </a:lnTo>
                  <a:lnTo>
                    <a:pt x="127673" y="497370"/>
                  </a:lnTo>
                  <a:lnTo>
                    <a:pt x="104228" y="452932"/>
                  </a:lnTo>
                  <a:lnTo>
                    <a:pt x="85674" y="407339"/>
                  </a:lnTo>
                  <a:lnTo>
                    <a:pt x="72199" y="360895"/>
                  </a:lnTo>
                  <a:lnTo>
                    <a:pt x="63982" y="313931"/>
                  </a:lnTo>
                  <a:lnTo>
                    <a:pt x="61201" y="266750"/>
                  </a:lnTo>
                  <a:lnTo>
                    <a:pt x="61201" y="198424"/>
                  </a:lnTo>
                  <a:lnTo>
                    <a:pt x="73101" y="196545"/>
                  </a:lnTo>
                  <a:lnTo>
                    <a:pt x="125488" y="185051"/>
                  </a:lnTo>
                  <a:lnTo>
                    <a:pt x="175907" y="167563"/>
                  </a:lnTo>
                  <a:lnTo>
                    <a:pt x="223850" y="144335"/>
                  </a:lnTo>
                  <a:lnTo>
                    <a:pt x="268820" y="115595"/>
                  </a:lnTo>
                  <a:lnTo>
                    <a:pt x="310311" y="81584"/>
                  </a:lnTo>
                  <a:lnTo>
                    <a:pt x="319887" y="72771"/>
                  </a:lnTo>
                  <a:lnTo>
                    <a:pt x="329463" y="81584"/>
                  </a:lnTo>
                  <a:lnTo>
                    <a:pt x="370954" y="115595"/>
                  </a:lnTo>
                  <a:lnTo>
                    <a:pt x="415925" y="144335"/>
                  </a:lnTo>
                  <a:lnTo>
                    <a:pt x="463867" y="167563"/>
                  </a:lnTo>
                  <a:lnTo>
                    <a:pt x="514273" y="185051"/>
                  </a:lnTo>
                  <a:lnTo>
                    <a:pt x="566661" y="196545"/>
                  </a:lnTo>
                  <a:lnTo>
                    <a:pt x="578573" y="198424"/>
                  </a:lnTo>
                  <a:lnTo>
                    <a:pt x="578573" y="135636"/>
                  </a:lnTo>
                  <a:lnTo>
                    <a:pt x="557923" y="132664"/>
                  </a:lnTo>
                  <a:lnTo>
                    <a:pt x="510273" y="119570"/>
                  </a:lnTo>
                  <a:lnTo>
                    <a:pt x="464807" y="100723"/>
                  </a:lnTo>
                  <a:lnTo>
                    <a:pt x="422021" y="76365"/>
                  </a:lnTo>
                  <a:lnTo>
                    <a:pt x="417220" y="72771"/>
                  </a:lnTo>
                  <a:lnTo>
                    <a:pt x="382447" y="46748"/>
                  </a:lnTo>
                  <a:lnTo>
                    <a:pt x="346621" y="12153"/>
                  </a:lnTo>
                  <a:lnTo>
                    <a:pt x="335546" y="3556"/>
                  </a:lnTo>
                  <a:lnTo>
                    <a:pt x="322478" y="0"/>
                  </a:lnTo>
                  <a:lnTo>
                    <a:pt x="309041" y="1600"/>
                  </a:lnTo>
                  <a:lnTo>
                    <a:pt x="296824" y="8483"/>
                  </a:lnTo>
                  <a:lnTo>
                    <a:pt x="295516" y="9613"/>
                  </a:lnTo>
                  <a:lnTo>
                    <a:pt x="294284" y="10845"/>
                  </a:lnTo>
                  <a:lnTo>
                    <a:pt x="293154" y="12153"/>
                  </a:lnTo>
                  <a:lnTo>
                    <a:pt x="257327" y="46748"/>
                  </a:lnTo>
                  <a:lnTo>
                    <a:pt x="217766" y="76365"/>
                  </a:lnTo>
                  <a:lnTo>
                    <a:pt x="174980" y="100723"/>
                  </a:lnTo>
                  <a:lnTo>
                    <a:pt x="129501" y="119570"/>
                  </a:lnTo>
                  <a:lnTo>
                    <a:pt x="81851" y="132664"/>
                  </a:lnTo>
                  <a:lnTo>
                    <a:pt x="32562" y="139738"/>
                  </a:lnTo>
                  <a:lnTo>
                    <a:pt x="19621" y="143484"/>
                  </a:lnTo>
                  <a:lnTo>
                    <a:pt x="9258" y="151422"/>
                  </a:lnTo>
                  <a:lnTo>
                    <a:pt x="2413" y="162534"/>
                  </a:lnTo>
                  <a:lnTo>
                    <a:pt x="0" y="175793"/>
                  </a:lnTo>
                  <a:lnTo>
                    <a:pt x="0" y="266750"/>
                  </a:lnTo>
                  <a:lnTo>
                    <a:pt x="2565" y="315810"/>
                  </a:lnTo>
                  <a:lnTo>
                    <a:pt x="10109" y="363969"/>
                  </a:lnTo>
                  <a:lnTo>
                    <a:pt x="22364" y="411086"/>
                  </a:lnTo>
                  <a:lnTo>
                    <a:pt x="39039" y="456946"/>
                  </a:lnTo>
                  <a:lnTo>
                    <a:pt x="59893" y="501370"/>
                  </a:lnTo>
                  <a:lnTo>
                    <a:pt x="84645" y="544195"/>
                  </a:lnTo>
                  <a:lnTo>
                    <a:pt x="113042" y="585241"/>
                  </a:lnTo>
                  <a:lnTo>
                    <a:pt x="144805" y="624306"/>
                  </a:lnTo>
                  <a:lnTo>
                    <a:pt x="179666" y="661238"/>
                  </a:lnTo>
                  <a:lnTo>
                    <a:pt x="217360" y="695833"/>
                  </a:lnTo>
                  <a:lnTo>
                    <a:pt x="257632" y="727913"/>
                  </a:lnTo>
                  <a:lnTo>
                    <a:pt x="300215" y="757313"/>
                  </a:lnTo>
                  <a:lnTo>
                    <a:pt x="319887" y="763092"/>
                  </a:lnTo>
                  <a:lnTo>
                    <a:pt x="330047" y="761644"/>
                  </a:lnTo>
                  <a:lnTo>
                    <a:pt x="339572" y="757313"/>
                  </a:lnTo>
                  <a:lnTo>
                    <a:pt x="382130" y="727913"/>
                  </a:lnTo>
                  <a:lnTo>
                    <a:pt x="420865" y="697052"/>
                  </a:lnTo>
                  <a:lnTo>
                    <a:pt x="422402" y="695833"/>
                  </a:lnTo>
                  <a:lnTo>
                    <a:pt x="460108" y="661238"/>
                  </a:lnTo>
                  <a:lnTo>
                    <a:pt x="494969" y="624306"/>
                  </a:lnTo>
                  <a:lnTo>
                    <a:pt x="526732" y="585241"/>
                  </a:lnTo>
                  <a:lnTo>
                    <a:pt x="555117" y="544195"/>
                  </a:lnTo>
                  <a:lnTo>
                    <a:pt x="579882" y="501370"/>
                  </a:lnTo>
                  <a:lnTo>
                    <a:pt x="600735" y="456946"/>
                  </a:lnTo>
                  <a:lnTo>
                    <a:pt x="617410" y="411086"/>
                  </a:lnTo>
                  <a:lnTo>
                    <a:pt x="629666" y="363969"/>
                  </a:lnTo>
                  <a:lnTo>
                    <a:pt x="637209" y="315810"/>
                  </a:lnTo>
                  <a:lnTo>
                    <a:pt x="639787" y="266750"/>
                  </a:lnTo>
                  <a:lnTo>
                    <a:pt x="639787" y="175793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3425" y="202767"/>
              <a:ext cx="7608570" cy="1195705"/>
            </a:xfrm>
            <a:custGeom>
              <a:avLst/>
              <a:gdLst/>
              <a:ahLst/>
              <a:cxnLst/>
              <a:rect l="l" t="t" r="r" b="b"/>
              <a:pathLst>
                <a:path w="7608570" h="1195705">
                  <a:moveTo>
                    <a:pt x="709282" y="244348"/>
                  </a:moveTo>
                  <a:lnTo>
                    <a:pt x="680847" y="240423"/>
                  </a:lnTo>
                  <a:lnTo>
                    <a:pt x="680847" y="698538"/>
                  </a:lnTo>
                  <a:lnTo>
                    <a:pt x="678230" y="715111"/>
                  </a:lnTo>
                  <a:lnTo>
                    <a:pt x="671093" y="728649"/>
                  </a:lnTo>
                  <a:lnTo>
                    <a:pt x="660501" y="737768"/>
                  </a:lnTo>
                  <a:lnTo>
                    <a:pt x="647534" y="741121"/>
                  </a:lnTo>
                  <a:lnTo>
                    <a:pt x="636498" y="738251"/>
                  </a:lnTo>
                  <a:lnTo>
                    <a:pt x="627164" y="732167"/>
                  </a:lnTo>
                  <a:lnTo>
                    <a:pt x="620229" y="723455"/>
                  </a:lnTo>
                  <a:lnTo>
                    <a:pt x="616331" y="712724"/>
                  </a:lnTo>
                  <a:lnTo>
                    <a:pt x="553173" y="712724"/>
                  </a:lnTo>
                  <a:lnTo>
                    <a:pt x="553173" y="684339"/>
                  </a:lnTo>
                  <a:lnTo>
                    <a:pt x="616292" y="684339"/>
                  </a:lnTo>
                  <a:lnTo>
                    <a:pt x="620204" y="673608"/>
                  </a:lnTo>
                  <a:lnTo>
                    <a:pt x="627138" y="664908"/>
                  </a:lnTo>
                  <a:lnTo>
                    <a:pt x="636460" y="658825"/>
                  </a:lnTo>
                  <a:lnTo>
                    <a:pt x="647509" y="655955"/>
                  </a:lnTo>
                  <a:lnTo>
                    <a:pt x="660501" y="659307"/>
                  </a:lnTo>
                  <a:lnTo>
                    <a:pt x="671093" y="668426"/>
                  </a:lnTo>
                  <a:lnTo>
                    <a:pt x="678230" y="681964"/>
                  </a:lnTo>
                  <a:lnTo>
                    <a:pt x="680847" y="698538"/>
                  </a:lnTo>
                  <a:lnTo>
                    <a:pt x="680847" y="240423"/>
                  </a:lnTo>
                  <a:lnTo>
                    <a:pt x="297903" y="187566"/>
                  </a:lnTo>
                  <a:lnTo>
                    <a:pt x="297903" y="1195311"/>
                  </a:lnTo>
                  <a:lnTo>
                    <a:pt x="709282" y="1138542"/>
                  </a:lnTo>
                  <a:lnTo>
                    <a:pt x="709282" y="741121"/>
                  </a:lnTo>
                  <a:lnTo>
                    <a:pt x="709282" y="655955"/>
                  </a:lnTo>
                  <a:lnTo>
                    <a:pt x="709282" y="244348"/>
                  </a:lnTo>
                  <a:close/>
                </a:path>
                <a:path w="7608570" h="1195705">
                  <a:moveTo>
                    <a:pt x="1078115" y="1110183"/>
                  </a:moveTo>
                  <a:lnTo>
                    <a:pt x="907884" y="1110183"/>
                  </a:lnTo>
                  <a:lnTo>
                    <a:pt x="907884" y="144716"/>
                  </a:lnTo>
                  <a:lnTo>
                    <a:pt x="907884" y="59601"/>
                  </a:lnTo>
                  <a:lnTo>
                    <a:pt x="170230" y="59601"/>
                  </a:lnTo>
                  <a:lnTo>
                    <a:pt x="170230" y="144716"/>
                  </a:lnTo>
                  <a:lnTo>
                    <a:pt x="170230" y="1110183"/>
                  </a:lnTo>
                  <a:lnTo>
                    <a:pt x="0" y="1110183"/>
                  </a:lnTo>
                  <a:lnTo>
                    <a:pt x="0" y="1195298"/>
                  </a:lnTo>
                  <a:lnTo>
                    <a:pt x="255333" y="1195298"/>
                  </a:lnTo>
                  <a:lnTo>
                    <a:pt x="255333" y="1110183"/>
                  </a:lnTo>
                  <a:lnTo>
                    <a:pt x="255333" y="144716"/>
                  </a:lnTo>
                  <a:lnTo>
                    <a:pt x="822782" y="144716"/>
                  </a:lnTo>
                  <a:lnTo>
                    <a:pt x="822782" y="1110183"/>
                  </a:lnTo>
                  <a:lnTo>
                    <a:pt x="822782" y="1195298"/>
                  </a:lnTo>
                  <a:lnTo>
                    <a:pt x="1078115" y="1195298"/>
                  </a:lnTo>
                  <a:lnTo>
                    <a:pt x="1078115" y="1110183"/>
                  </a:lnTo>
                  <a:close/>
                </a:path>
                <a:path w="7608570" h="1195705">
                  <a:moveTo>
                    <a:pt x="7239330" y="184734"/>
                  </a:moveTo>
                  <a:lnTo>
                    <a:pt x="7210895" y="180809"/>
                  </a:lnTo>
                  <a:lnTo>
                    <a:pt x="7210895" y="638924"/>
                  </a:lnTo>
                  <a:lnTo>
                    <a:pt x="7208279" y="655497"/>
                  </a:lnTo>
                  <a:lnTo>
                    <a:pt x="7201141" y="669036"/>
                  </a:lnTo>
                  <a:lnTo>
                    <a:pt x="7190549" y="678154"/>
                  </a:lnTo>
                  <a:lnTo>
                    <a:pt x="7177583" y="681507"/>
                  </a:lnTo>
                  <a:lnTo>
                    <a:pt x="7166546" y="678637"/>
                  </a:lnTo>
                  <a:lnTo>
                    <a:pt x="7157212" y="672553"/>
                  </a:lnTo>
                  <a:lnTo>
                    <a:pt x="7150278" y="663841"/>
                  </a:lnTo>
                  <a:lnTo>
                    <a:pt x="7146379" y="653122"/>
                  </a:lnTo>
                  <a:lnTo>
                    <a:pt x="7083222" y="653122"/>
                  </a:lnTo>
                  <a:lnTo>
                    <a:pt x="7083222" y="624725"/>
                  </a:lnTo>
                  <a:lnTo>
                    <a:pt x="7146341" y="624725"/>
                  </a:lnTo>
                  <a:lnTo>
                    <a:pt x="7150252" y="614006"/>
                  </a:lnTo>
                  <a:lnTo>
                    <a:pt x="7157186" y="605294"/>
                  </a:lnTo>
                  <a:lnTo>
                    <a:pt x="7166508" y="599211"/>
                  </a:lnTo>
                  <a:lnTo>
                    <a:pt x="7177557" y="596341"/>
                  </a:lnTo>
                  <a:lnTo>
                    <a:pt x="7190549" y="599694"/>
                  </a:lnTo>
                  <a:lnTo>
                    <a:pt x="7201141" y="608812"/>
                  </a:lnTo>
                  <a:lnTo>
                    <a:pt x="7208279" y="622350"/>
                  </a:lnTo>
                  <a:lnTo>
                    <a:pt x="7210895" y="638924"/>
                  </a:lnTo>
                  <a:lnTo>
                    <a:pt x="7210895" y="180809"/>
                  </a:lnTo>
                  <a:lnTo>
                    <a:pt x="6827952" y="127952"/>
                  </a:lnTo>
                  <a:lnTo>
                    <a:pt x="6827952" y="1135697"/>
                  </a:lnTo>
                  <a:lnTo>
                    <a:pt x="7239330" y="1078928"/>
                  </a:lnTo>
                  <a:lnTo>
                    <a:pt x="7239330" y="681507"/>
                  </a:lnTo>
                  <a:lnTo>
                    <a:pt x="7239330" y="596341"/>
                  </a:lnTo>
                  <a:lnTo>
                    <a:pt x="7239330" y="184734"/>
                  </a:lnTo>
                  <a:close/>
                </a:path>
                <a:path w="7608570" h="1195705">
                  <a:moveTo>
                    <a:pt x="7608163" y="1050582"/>
                  </a:moveTo>
                  <a:lnTo>
                    <a:pt x="7437933" y="1050582"/>
                  </a:lnTo>
                  <a:lnTo>
                    <a:pt x="7437933" y="85102"/>
                  </a:lnTo>
                  <a:lnTo>
                    <a:pt x="7437933" y="0"/>
                  </a:lnTo>
                  <a:lnTo>
                    <a:pt x="6700279" y="0"/>
                  </a:lnTo>
                  <a:lnTo>
                    <a:pt x="6700279" y="85102"/>
                  </a:lnTo>
                  <a:lnTo>
                    <a:pt x="6700279" y="1050582"/>
                  </a:lnTo>
                  <a:lnTo>
                    <a:pt x="6530048" y="1050582"/>
                  </a:lnTo>
                  <a:lnTo>
                    <a:pt x="6530048" y="1135697"/>
                  </a:lnTo>
                  <a:lnTo>
                    <a:pt x="6785394" y="1135697"/>
                  </a:lnTo>
                  <a:lnTo>
                    <a:pt x="6785394" y="1050582"/>
                  </a:lnTo>
                  <a:lnTo>
                    <a:pt x="6785394" y="85102"/>
                  </a:lnTo>
                  <a:lnTo>
                    <a:pt x="7352817" y="85102"/>
                  </a:lnTo>
                  <a:lnTo>
                    <a:pt x="7352817" y="1050582"/>
                  </a:lnTo>
                  <a:lnTo>
                    <a:pt x="7352817" y="1135697"/>
                  </a:lnTo>
                  <a:lnTo>
                    <a:pt x="7608163" y="1135697"/>
                  </a:lnTo>
                  <a:lnTo>
                    <a:pt x="7608163" y="105058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6090" y="1718322"/>
              <a:ext cx="716280" cy="716280"/>
            </a:xfrm>
            <a:custGeom>
              <a:avLst/>
              <a:gdLst/>
              <a:ahLst/>
              <a:cxnLst/>
              <a:rect l="l" t="t" r="r" b="b"/>
              <a:pathLst>
                <a:path w="716280" h="716280">
                  <a:moveTo>
                    <a:pt x="583869" y="320370"/>
                  </a:moveTo>
                  <a:lnTo>
                    <a:pt x="580898" y="305739"/>
                  </a:lnTo>
                  <a:lnTo>
                    <a:pt x="572808" y="293751"/>
                  </a:lnTo>
                  <a:lnTo>
                    <a:pt x="560832" y="285648"/>
                  </a:lnTo>
                  <a:lnTo>
                    <a:pt x="546201" y="282676"/>
                  </a:lnTo>
                  <a:lnTo>
                    <a:pt x="433197" y="282676"/>
                  </a:lnTo>
                  <a:lnTo>
                    <a:pt x="433197" y="169608"/>
                  </a:lnTo>
                  <a:lnTo>
                    <a:pt x="430225" y="154978"/>
                  </a:lnTo>
                  <a:lnTo>
                    <a:pt x="422135" y="142989"/>
                  </a:lnTo>
                  <a:lnTo>
                    <a:pt x="410146" y="134886"/>
                  </a:lnTo>
                  <a:lnTo>
                    <a:pt x="395528" y="131914"/>
                  </a:lnTo>
                  <a:lnTo>
                    <a:pt x="320192" y="131914"/>
                  </a:lnTo>
                  <a:lnTo>
                    <a:pt x="305562" y="134886"/>
                  </a:lnTo>
                  <a:lnTo>
                    <a:pt x="293585" y="142989"/>
                  </a:lnTo>
                  <a:lnTo>
                    <a:pt x="285496" y="154978"/>
                  </a:lnTo>
                  <a:lnTo>
                    <a:pt x="282524" y="169608"/>
                  </a:lnTo>
                  <a:lnTo>
                    <a:pt x="282524" y="282676"/>
                  </a:lnTo>
                  <a:lnTo>
                    <a:pt x="169506" y="282676"/>
                  </a:lnTo>
                  <a:lnTo>
                    <a:pt x="154889" y="285648"/>
                  </a:lnTo>
                  <a:lnTo>
                    <a:pt x="142900" y="293751"/>
                  </a:lnTo>
                  <a:lnTo>
                    <a:pt x="134810" y="305739"/>
                  </a:lnTo>
                  <a:lnTo>
                    <a:pt x="131838" y="320370"/>
                  </a:lnTo>
                  <a:lnTo>
                    <a:pt x="131838" y="395757"/>
                  </a:lnTo>
                  <a:lnTo>
                    <a:pt x="134810" y="410387"/>
                  </a:lnTo>
                  <a:lnTo>
                    <a:pt x="142900" y="422376"/>
                  </a:lnTo>
                  <a:lnTo>
                    <a:pt x="154889" y="430466"/>
                  </a:lnTo>
                  <a:lnTo>
                    <a:pt x="169506" y="433438"/>
                  </a:lnTo>
                  <a:lnTo>
                    <a:pt x="282524" y="433438"/>
                  </a:lnTo>
                  <a:lnTo>
                    <a:pt x="282524" y="546519"/>
                  </a:lnTo>
                  <a:lnTo>
                    <a:pt x="285496" y="561149"/>
                  </a:lnTo>
                  <a:lnTo>
                    <a:pt x="293585" y="573138"/>
                  </a:lnTo>
                  <a:lnTo>
                    <a:pt x="305562" y="581228"/>
                  </a:lnTo>
                  <a:lnTo>
                    <a:pt x="320192" y="584200"/>
                  </a:lnTo>
                  <a:lnTo>
                    <a:pt x="395528" y="584200"/>
                  </a:lnTo>
                  <a:lnTo>
                    <a:pt x="410146" y="581228"/>
                  </a:lnTo>
                  <a:lnTo>
                    <a:pt x="422135" y="573138"/>
                  </a:lnTo>
                  <a:lnTo>
                    <a:pt x="430225" y="561149"/>
                  </a:lnTo>
                  <a:lnTo>
                    <a:pt x="433197" y="546519"/>
                  </a:lnTo>
                  <a:lnTo>
                    <a:pt x="433197" y="433438"/>
                  </a:lnTo>
                  <a:lnTo>
                    <a:pt x="546201" y="433438"/>
                  </a:lnTo>
                  <a:lnTo>
                    <a:pt x="560832" y="430466"/>
                  </a:lnTo>
                  <a:lnTo>
                    <a:pt x="572808" y="422376"/>
                  </a:lnTo>
                  <a:lnTo>
                    <a:pt x="580898" y="410387"/>
                  </a:lnTo>
                  <a:lnTo>
                    <a:pt x="583869" y="395757"/>
                  </a:lnTo>
                  <a:lnTo>
                    <a:pt x="583869" y="320370"/>
                  </a:lnTo>
                  <a:close/>
                </a:path>
                <a:path w="716280" h="716280">
                  <a:moveTo>
                    <a:pt x="715721" y="358063"/>
                  </a:moveTo>
                  <a:lnTo>
                    <a:pt x="712457" y="309448"/>
                  </a:lnTo>
                  <a:lnTo>
                    <a:pt x="712381" y="309092"/>
                  </a:lnTo>
                  <a:lnTo>
                    <a:pt x="702945" y="262826"/>
                  </a:lnTo>
                  <a:lnTo>
                    <a:pt x="702881" y="262661"/>
                  </a:lnTo>
                  <a:lnTo>
                    <a:pt x="687616" y="218630"/>
                  </a:lnTo>
                  <a:lnTo>
                    <a:pt x="666889" y="177292"/>
                  </a:lnTo>
                  <a:lnTo>
                    <a:pt x="659218" y="165938"/>
                  </a:lnTo>
                  <a:lnTo>
                    <a:pt x="659218" y="358063"/>
                  </a:lnTo>
                  <a:lnTo>
                    <a:pt x="655269" y="407035"/>
                  </a:lnTo>
                  <a:lnTo>
                    <a:pt x="643877" y="453466"/>
                  </a:lnTo>
                  <a:lnTo>
                    <a:pt x="625627" y="496735"/>
                  </a:lnTo>
                  <a:lnTo>
                    <a:pt x="601141" y="536244"/>
                  </a:lnTo>
                  <a:lnTo>
                    <a:pt x="571042" y="571360"/>
                  </a:lnTo>
                  <a:lnTo>
                    <a:pt x="535940" y="601484"/>
                  </a:lnTo>
                  <a:lnTo>
                    <a:pt x="496455" y="625983"/>
                  </a:lnTo>
                  <a:lnTo>
                    <a:pt x="453212" y="644232"/>
                  </a:lnTo>
                  <a:lnTo>
                    <a:pt x="406793" y="655650"/>
                  </a:lnTo>
                  <a:lnTo>
                    <a:pt x="357860" y="659587"/>
                  </a:lnTo>
                  <a:lnTo>
                    <a:pt x="308914" y="655650"/>
                  </a:lnTo>
                  <a:lnTo>
                    <a:pt x="262509" y="644232"/>
                  </a:lnTo>
                  <a:lnTo>
                    <a:pt x="219252" y="625983"/>
                  </a:lnTo>
                  <a:lnTo>
                    <a:pt x="179768" y="601484"/>
                  </a:lnTo>
                  <a:lnTo>
                    <a:pt x="144665" y="571360"/>
                  </a:lnTo>
                  <a:lnTo>
                    <a:pt x="114566" y="536244"/>
                  </a:lnTo>
                  <a:lnTo>
                    <a:pt x="90093" y="496735"/>
                  </a:lnTo>
                  <a:lnTo>
                    <a:pt x="71843" y="453466"/>
                  </a:lnTo>
                  <a:lnTo>
                    <a:pt x="60439" y="407035"/>
                  </a:lnTo>
                  <a:lnTo>
                    <a:pt x="60413" y="406679"/>
                  </a:lnTo>
                  <a:lnTo>
                    <a:pt x="56502" y="358063"/>
                  </a:lnTo>
                  <a:lnTo>
                    <a:pt x="60439" y="309092"/>
                  </a:lnTo>
                  <a:lnTo>
                    <a:pt x="71843" y="262661"/>
                  </a:lnTo>
                  <a:lnTo>
                    <a:pt x="90093" y="219379"/>
                  </a:lnTo>
                  <a:lnTo>
                    <a:pt x="114566" y="179870"/>
                  </a:lnTo>
                  <a:lnTo>
                    <a:pt x="144665" y="144754"/>
                  </a:lnTo>
                  <a:lnTo>
                    <a:pt x="179768" y="114642"/>
                  </a:lnTo>
                  <a:lnTo>
                    <a:pt x="219252" y="90144"/>
                  </a:lnTo>
                  <a:lnTo>
                    <a:pt x="262509" y="71882"/>
                  </a:lnTo>
                  <a:lnTo>
                    <a:pt x="308914" y="60477"/>
                  </a:lnTo>
                  <a:lnTo>
                    <a:pt x="357860" y="56540"/>
                  </a:lnTo>
                  <a:lnTo>
                    <a:pt x="406793" y="60477"/>
                  </a:lnTo>
                  <a:lnTo>
                    <a:pt x="453212" y="71882"/>
                  </a:lnTo>
                  <a:lnTo>
                    <a:pt x="496455" y="90144"/>
                  </a:lnTo>
                  <a:lnTo>
                    <a:pt x="535940" y="114642"/>
                  </a:lnTo>
                  <a:lnTo>
                    <a:pt x="571042" y="144754"/>
                  </a:lnTo>
                  <a:lnTo>
                    <a:pt x="601141" y="179870"/>
                  </a:lnTo>
                  <a:lnTo>
                    <a:pt x="625627" y="219379"/>
                  </a:lnTo>
                  <a:lnTo>
                    <a:pt x="643877" y="262661"/>
                  </a:lnTo>
                  <a:lnTo>
                    <a:pt x="643915" y="262826"/>
                  </a:lnTo>
                  <a:lnTo>
                    <a:pt x="655269" y="309092"/>
                  </a:lnTo>
                  <a:lnTo>
                    <a:pt x="655307" y="309448"/>
                  </a:lnTo>
                  <a:lnTo>
                    <a:pt x="659218" y="358063"/>
                  </a:lnTo>
                  <a:lnTo>
                    <a:pt x="659218" y="165938"/>
                  </a:lnTo>
                  <a:lnTo>
                    <a:pt x="641184" y="139204"/>
                  </a:lnTo>
                  <a:lnTo>
                    <a:pt x="610946" y="104825"/>
                  </a:lnTo>
                  <a:lnTo>
                    <a:pt x="576592" y="74574"/>
                  </a:lnTo>
                  <a:lnTo>
                    <a:pt x="549897" y="56540"/>
                  </a:lnTo>
                  <a:lnTo>
                    <a:pt x="538530" y="48856"/>
                  </a:lnTo>
                  <a:lnTo>
                    <a:pt x="497205" y="28117"/>
                  </a:lnTo>
                  <a:lnTo>
                    <a:pt x="453034" y="12788"/>
                  </a:lnTo>
                  <a:lnTo>
                    <a:pt x="406438" y="3263"/>
                  </a:lnTo>
                  <a:lnTo>
                    <a:pt x="357860" y="0"/>
                  </a:lnTo>
                  <a:lnTo>
                    <a:pt x="309270" y="3263"/>
                  </a:lnTo>
                  <a:lnTo>
                    <a:pt x="262686" y="12788"/>
                  </a:lnTo>
                  <a:lnTo>
                    <a:pt x="218503" y="28117"/>
                  </a:lnTo>
                  <a:lnTo>
                    <a:pt x="177177" y="48856"/>
                  </a:lnTo>
                  <a:lnTo>
                    <a:pt x="139128" y="74574"/>
                  </a:lnTo>
                  <a:lnTo>
                    <a:pt x="104762" y="104825"/>
                  </a:lnTo>
                  <a:lnTo>
                    <a:pt x="74523" y="139204"/>
                  </a:lnTo>
                  <a:lnTo>
                    <a:pt x="48831" y="177292"/>
                  </a:lnTo>
                  <a:lnTo>
                    <a:pt x="28105" y="218630"/>
                  </a:lnTo>
                  <a:lnTo>
                    <a:pt x="12776" y="262826"/>
                  </a:lnTo>
                  <a:lnTo>
                    <a:pt x="3263" y="309448"/>
                  </a:lnTo>
                  <a:lnTo>
                    <a:pt x="0" y="358063"/>
                  </a:lnTo>
                  <a:lnTo>
                    <a:pt x="3263" y="406679"/>
                  </a:lnTo>
                  <a:lnTo>
                    <a:pt x="3340" y="407035"/>
                  </a:lnTo>
                  <a:lnTo>
                    <a:pt x="12776" y="453288"/>
                  </a:lnTo>
                  <a:lnTo>
                    <a:pt x="28105" y="497484"/>
                  </a:lnTo>
                  <a:lnTo>
                    <a:pt x="48831" y="538835"/>
                  </a:lnTo>
                  <a:lnTo>
                    <a:pt x="74523" y="576910"/>
                  </a:lnTo>
                  <a:lnTo>
                    <a:pt x="104762" y="611289"/>
                  </a:lnTo>
                  <a:lnTo>
                    <a:pt x="139128" y="641553"/>
                  </a:lnTo>
                  <a:lnTo>
                    <a:pt x="177177" y="667258"/>
                  </a:lnTo>
                  <a:lnTo>
                    <a:pt x="218503" y="687997"/>
                  </a:lnTo>
                  <a:lnTo>
                    <a:pt x="262686" y="703338"/>
                  </a:lnTo>
                  <a:lnTo>
                    <a:pt x="309270" y="712851"/>
                  </a:lnTo>
                  <a:lnTo>
                    <a:pt x="357860" y="716127"/>
                  </a:lnTo>
                  <a:lnTo>
                    <a:pt x="406438" y="712851"/>
                  </a:lnTo>
                  <a:lnTo>
                    <a:pt x="453034" y="703338"/>
                  </a:lnTo>
                  <a:lnTo>
                    <a:pt x="497205" y="687997"/>
                  </a:lnTo>
                  <a:lnTo>
                    <a:pt x="538530" y="667258"/>
                  </a:lnTo>
                  <a:lnTo>
                    <a:pt x="576592" y="641553"/>
                  </a:lnTo>
                  <a:lnTo>
                    <a:pt x="610946" y="611289"/>
                  </a:lnTo>
                  <a:lnTo>
                    <a:pt x="641184" y="576910"/>
                  </a:lnTo>
                  <a:lnTo>
                    <a:pt x="666889" y="538835"/>
                  </a:lnTo>
                  <a:lnTo>
                    <a:pt x="687616" y="497484"/>
                  </a:lnTo>
                  <a:lnTo>
                    <a:pt x="702945" y="453288"/>
                  </a:lnTo>
                  <a:lnTo>
                    <a:pt x="712457" y="406679"/>
                  </a:lnTo>
                  <a:lnTo>
                    <a:pt x="715721" y="35806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1249" y="2701569"/>
              <a:ext cx="702945" cy="3822700"/>
            </a:xfrm>
            <a:custGeom>
              <a:avLst/>
              <a:gdLst/>
              <a:ahLst/>
              <a:cxnLst/>
              <a:rect l="l" t="t" r="r" b="b"/>
              <a:pathLst>
                <a:path w="702944" h="3822700">
                  <a:moveTo>
                    <a:pt x="583882" y="3577234"/>
                  </a:moveTo>
                  <a:lnTo>
                    <a:pt x="56515" y="3577234"/>
                  </a:lnTo>
                  <a:lnTo>
                    <a:pt x="63588" y="3620579"/>
                  </a:lnTo>
                  <a:lnTo>
                    <a:pt x="83781" y="3660470"/>
                  </a:lnTo>
                  <a:lnTo>
                    <a:pt x="115493" y="3695763"/>
                  </a:lnTo>
                  <a:lnTo>
                    <a:pt x="157162" y="3725253"/>
                  </a:lnTo>
                  <a:lnTo>
                    <a:pt x="207187" y="3747782"/>
                  </a:lnTo>
                  <a:lnTo>
                    <a:pt x="207187" y="3822230"/>
                  </a:lnTo>
                  <a:lnTo>
                    <a:pt x="433209" y="3822230"/>
                  </a:lnTo>
                  <a:lnTo>
                    <a:pt x="433209" y="3747782"/>
                  </a:lnTo>
                  <a:lnTo>
                    <a:pt x="483222" y="3725710"/>
                  </a:lnTo>
                  <a:lnTo>
                    <a:pt x="524891" y="3696436"/>
                  </a:lnTo>
                  <a:lnTo>
                    <a:pt x="556602" y="3661156"/>
                  </a:lnTo>
                  <a:lnTo>
                    <a:pt x="576795" y="3621024"/>
                  </a:lnTo>
                  <a:lnTo>
                    <a:pt x="583882" y="3577234"/>
                  </a:lnTo>
                  <a:close/>
                </a:path>
                <a:path w="702944" h="3822700">
                  <a:moveTo>
                    <a:pt x="583882" y="1482217"/>
                  </a:moveTo>
                  <a:lnTo>
                    <a:pt x="56515" y="1482217"/>
                  </a:lnTo>
                  <a:lnTo>
                    <a:pt x="63588" y="1525562"/>
                  </a:lnTo>
                  <a:lnTo>
                    <a:pt x="83781" y="1565452"/>
                  </a:lnTo>
                  <a:lnTo>
                    <a:pt x="115493" y="1600746"/>
                  </a:lnTo>
                  <a:lnTo>
                    <a:pt x="157162" y="1630235"/>
                  </a:lnTo>
                  <a:lnTo>
                    <a:pt x="207187" y="1652765"/>
                  </a:lnTo>
                  <a:lnTo>
                    <a:pt x="207187" y="1727212"/>
                  </a:lnTo>
                  <a:lnTo>
                    <a:pt x="433209" y="1727212"/>
                  </a:lnTo>
                  <a:lnTo>
                    <a:pt x="433209" y="1652765"/>
                  </a:lnTo>
                  <a:lnTo>
                    <a:pt x="483222" y="1630692"/>
                  </a:lnTo>
                  <a:lnTo>
                    <a:pt x="524891" y="1601419"/>
                  </a:lnTo>
                  <a:lnTo>
                    <a:pt x="556602" y="1566138"/>
                  </a:lnTo>
                  <a:lnTo>
                    <a:pt x="576795" y="1526006"/>
                  </a:lnTo>
                  <a:lnTo>
                    <a:pt x="583882" y="1482217"/>
                  </a:lnTo>
                  <a:close/>
                </a:path>
                <a:path w="702944" h="3822700">
                  <a:moveTo>
                    <a:pt x="640384" y="3501860"/>
                  </a:moveTo>
                  <a:lnTo>
                    <a:pt x="638898" y="3494544"/>
                  </a:lnTo>
                  <a:lnTo>
                    <a:pt x="634847" y="3488550"/>
                  </a:lnTo>
                  <a:lnTo>
                    <a:pt x="628865" y="3484499"/>
                  </a:lnTo>
                  <a:lnTo>
                    <a:pt x="621550" y="3483013"/>
                  </a:lnTo>
                  <a:lnTo>
                    <a:pt x="499122" y="3483013"/>
                  </a:lnTo>
                  <a:lnTo>
                    <a:pt x="499122" y="3445319"/>
                  </a:lnTo>
                  <a:lnTo>
                    <a:pt x="506437" y="3443833"/>
                  </a:lnTo>
                  <a:lnTo>
                    <a:pt x="512432" y="3439782"/>
                  </a:lnTo>
                  <a:lnTo>
                    <a:pt x="516470" y="3433788"/>
                  </a:lnTo>
                  <a:lnTo>
                    <a:pt x="517956" y="3426472"/>
                  </a:lnTo>
                  <a:lnTo>
                    <a:pt x="516470" y="3419157"/>
                  </a:lnTo>
                  <a:lnTo>
                    <a:pt x="512432" y="3413163"/>
                  </a:lnTo>
                  <a:lnTo>
                    <a:pt x="506437" y="3409124"/>
                  </a:lnTo>
                  <a:lnTo>
                    <a:pt x="499122" y="3407626"/>
                  </a:lnTo>
                  <a:lnTo>
                    <a:pt x="461454" y="3407626"/>
                  </a:lnTo>
                  <a:lnTo>
                    <a:pt x="454139" y="3409124"/>
                  </a:lnTo>
                  <a:lnTo>
                    <a:pt x="448157" y="3413163"/>
                  </a:lnTo>
                  <a:lnTo>
                    <a:pt x="444106" y="3419157"/>
                  </a:lnTo>
                  <a:lnTo>
                    <a:pt x="442620" y="3426472"/>
                  </a:lnTo>
                  <a:lnTo>
                    <a:pt x="444106" y="3433788"/>
                  </a:lnTo>
                  <a:lnTo>
                    <a:pt x="448157" y="3439782"/>
                  </a:lnTo>
                  <a:lnTo>
                    <a:pt x="454139" y="3443833"/>
                  </a:lnTo>
                  <a:lnTo>
                    <a:pt x="461454" y="3445319"/>
                  </a:lnTo>
                  <a:lnTo>
                    <a:pt x="461454" y="3483013"/>
                  </a:lnTo>
                  <a:lnTo>
                    <a:pt x="348449" y="3483013"/>
                  </a:lnTo>
                  <a:lnTo>
                    <a:pt x="348449" y="3341674"/>
                  </a:lnTo>
                  <a:lnTo>
                    <a:pt x="351421" y="3323183"/>
                  </a:lnTo>
                  <a:lnTo>
                    <a:pt x="359511" y="3308223"/>
                  </a:lnTo>
                  <a:lnTo>
                    <a:pt x="371487" y="3298215"/>
                  </a:lnTo>
                  <a:lnTo>
                    <a:pt x="386118" y="3294557"/>
                  </a:lnTo>
                  <a:lnTo>
                    <a:pt x="397649" y="3297123"/>
                  </a:lnTo>
                  <a:lnTo>
                    <a:pt x="407771" y="3303041"/>
                  </a:lnTo>
                  <a:lnTo>
                    <a:pt x="415785" y="3311791"/>
                  </a:lnTo>
                  <a:lnTo>
                    <a:pt x="420966" y="3322828"/>
                  </a:lnTo>
                  <a:lnTo>
                    <a:pt x="425081" y="3330537"/>
                  </a:lnTo>
                  <a:lnTo>
                    <a:pt x="466140" y="3334512"/>
                  </a:lnTo>
                  <a:lnTo>
                    <a:pt x="476034" y="3310471"/>
                  </a:lnTo>
                  <a:lnTo>
                    <a:pt x="474637" y="3303981"/>
                  </a:lnTo>
                  <a:lnTo>
                    <a:pt x="461479" y="3277514"/>
                  </a:lnTo>
                  <a:lnTo>
                    <a:pt x="441439" y="3256864"/>
                  </a:lnTo>
                  <a:lnTo>
                    <a:pt x="416102" y="3243300"/>
                  </a:lnTo>
                  <a:lnTo>
                    <a:pt x="387057" y="3238030"/>
                  </a:lnTo>
                  <a:lnTo>
                    <a:pt x="350494" y="3246132"/>
                  </a:lnTo>
                  <a:lnTo>
                    <a:pt x="320548" y="3268294"/>
                  </a:lnTo>
                  <a:lnTo>
                    <a:pt x="300316" y="3301225"/>
                  </a:lnTo>
                  <a:lnTo>
                    <a:pt x="292887" y="3341674"/>
                  </a:lnTo>
                  <a:lnTo>
                    <a:pt x="292887" y="3483013"/>
                  </a:lnTo>
                  <a:lnTo>
                    <a:pt x="178930" y="3483013"/>
                  </a:lnTo>
                  <a:lnTo>
                    <a:pt x="178930" y="3445319"/>
                  </a:lnTo>
                  <a:lnTo>
                    <a:pt x="186245" y="3443833"/>
                  </a:lnTo>
                  <a:lnTo>
                    <a:pt x="192239" y="3439782"/>
                  </a:lnTo>
                  <a:lnTo>
                    <a:pt x="196278" y="3433788"/>
                  </a:lnTo>
                  <a:lnTo>
                    <a:pt x="197764" y="3426472"/>
                  </a:lnTo>
                  <a:lnTo>
                    <a:pt x="196278" y="3419157"/>
                  </a:lnTo>
                  <a:lnTo>
                    <a:pt x="192239" y="3413163"/>
                  </a:lnTo>
                  <a:lnTo>
                    <a:pt x="186245" y="3409124"/>
                  </a:lnTo>
                  <a:lnTo>
                    <a:pt x="178930" y="3407626"/>
                  </a:lnTo>
                  <a:lnTo>
                    <a:pt x="141262" y="3407626"/>
                  </a:lnTo>
                  <a:lnTo>
                    <a:pt x="133946" y="3409124"/>
                  </a:lnTo>
                  <a:lnTo>
                    <a:pt x="127965" y="3413163"/>
                  </a:lnTo>
                  <a:lnTo>
                    <a:pt x="123913" y="3419157"/>
                  </a:lnTo>
                  <a:lnTo>
                    <a:pt x="122428" y="3426472"/>
                  </a:lnTo>
                  <a:lnTo>
                    <a:pt x="123913" y="3433788"/>
                  </a:lnTo>
                  <a:lnTo>
                    <a:pt x="127965" y="3439782"/>
                  </a:lnTo>
                  <a:lnTo>
                    <a:pt x="133946" y="3443833"/>
                  </a:lnTo>
                  <a:lnTo>
                    <a:pt x="141262" y="3445319"/>
                  </a:lnTo>
                  <a:lnTo>
                    <a:pt x="141262" y="3483013"/>
                  </a:lnTo>
                  <a:lnTo>
                    <a:pt x="18834" y="3483013"/>
                  </a:lnTo>
                  <a:lnTo>
                    <a:pt x="11531" y="3484499"/>
                  </a:lnTo>
                  <a:lnTo>
                    <a:pt x="5537" y="3488550"/>
                  </a:lnTo>
                  <a:lnTo>
                    <a:pt x="1485" y="3494544"/>
                  </a:lnTo>
                  <a:lnTo>
                    <a:pt x="0" y="3501860"/>
                  </a:lnTo>
                  <a:lnTo>
                    <a:pt x="0" y="3520706"/>
                  </a:lnTo>
                  <a:lnTo>
                    <a:pt x="1485" y="3528022"/>
                  </a:lnTo>
                  <a:lnTo>
                    <a:pt x="5537" y="3534016"/>
                  </a:lnTo>
                  <a:lnTo>
                    <a:pt x="11531" y="3538055"/>
                  </a:lnTo>
                  <a:lnTo>
                    <a:pt x="18834" y="3539553"/>
                  </a:lnTo>
                  <a:lnTo>
                    <a:pt x="621550" y="3539553"/>
                  </a:lnTo>
                  <a:lnTo>
                    <a:pt x="628865" y="3538055"/>
                  </a:lnTo>
                  <a:lnTo>
                    <a:pt x="634847" y="3534016"/>
                  </a:lnTo>
                  <a:lnTo>
                    <a:pt x="638898" y="3528022"/>
                  </a:lnTo>
                  <a:lnTo>
                    <a:pt x="640384" y="3520706"/>
                  </a:lnTo>
                  <a:lnTo>
                    <a:pt x="640384" y="3501860"/>
                  </a:lnTo>
                  <a:close/>
                </a:path>
                <a:path w="702944" h="3822700">
                  <a:moveTo>
                    <a:pt x="640384" y="1406842"/>
                  </a:moveTo>
                  <a:lnTo>
                    <a:pt x="638898" y="1399527"/>
                  </a:lnTo>
                  <a:lnTo>
                    <a:pt x="634847" y="1393532"/>
                  </a:lnTo>
                  <a:lnTo>
                    <a:pt x="628865" y="1389481"/>
                  </a:lnTo>
                  <a:lnTo>
                    <a:pt x="621550" y="1387995"/>
                  </a:lnTo>
                  <a:lnTo>
                    <a:pt x="499122" y="1387995"/>
                  </a:lnTo>
                  <a:lnTo>
                    <a:pt x="499122" y="1350302"/>
                  </a:lnTo>
                  <a:lnTo>
                    <a:pt x="506437" y="1348816"/>
                  </a:lnTo>
                  <a:lnTo>
                    <a:pt x="512432" y="1344764"/>
                  </a:lnTo>
                  <a:lnTo>
                    <a:pt x="516470" y="1338770"/>
                  </a:lnTo>
                  <a:lnTo>
                    <a:pt x="517956" y="1331455"/>
                  </a:lnTo>
                  <a:lnTo>
                    <a:pt x="516470" y="1324140"/>
                  </a:lnTo>
                  <a:lnTo>
                    <a:pt x="512432" y="1318145"/>
                  </a:lnTo>
                  <a:lnTo>
                    <a:pt x="506437" y="1314094"/>
                  </a:lnTo>
                  <a:lnTo>
                    <a:pt x="499122" y="1312608"/>
                  </a:lnTo>
                  <a:lnTo>
                    <a:pt x="461454" y="1312608"/>
                  </a:lnTo>
                  <a:lnTo>
                    <a:pt x="454139" y="1314094"/>
                  </a:lnTo>
                  <a:lnTo>
                    <a:pt x="448157" y="1318145"/>
                  </a:lnTo>
                  <a:lnTo>
                    <a:pt x="444106" y="1324140"/>
                  </a:lnTo>
                  <a:lnTo>
                    <a:pt x="442620" y="1331455"/>
                  </a:lnTo>
                  <a:lnTo>
                    <a:pt x="444106" y="1338770"/>
                  </a:lnTo>
                  <a:lnTo>
                    <a:pt x="448157" y="1344764"/>
                  </a:lnTo>
                  <a:lnTo>
                    <a:pt x="454139" y="1348816"/>
                  </a:lnTo>
                  <a:lnTo>
                    <a:pt x="461454" y="1350302"/>
                  </a:lnTo>
                  <a:lnTo>
                    <a:pt x="461454" y="1387995"/>
                  </a:lnTo>
                  <a:lnTo>
                    <a:pt x="348449" y="1387995"/>
                  </a:lnTo>
                  <a:lnTo>
                    <a:pt x="348449" y="1246657"/>
                  </a:lnTo>
                  <a:lnTo>
                    <a:pt x="351421" y="1228166"/>
                  </a:lnTo>
                  <a:lnTo>
                    <a:pt x="359511" y="1213205"/>
                  </a:lnTo>
                  <a:lnTo>
                    <a:pt x="371487" y="1203198"/>
                  </a:lnTo>
                  <a:lnTo>
                    <a:pt x="386118" y="1199540"/>
                  </a:lnTo>
                  <a:lnTo>
                    <a:pt x="397649" y="1202105"/>
                  </a:lnTo>
                  <a:lnTo>
                    <a:pt x="407771" y="1208024"/>
                  </a:lnTo>
                  <a:lnTo>
                    <a:pt x="415785" y="1216761"/>
                  </a:lnTo>
                  <a:lnTo>
                    <a:pt x="420966" y="1227810"/>
                  </a:lnTo>
                  <a:lnTo>
                    <a:pt x="425081" y="1235519"/>
                  </a:lnTo>
                  <a:lnTo>
                    <a:pt x="466140" y="1239494"/>
                  </a:lnTo>
                  <a:lnTo>
                    <a:pt x="476034" y="1215453"/>
                  </a:lnTo>
                  <a:lnTo>
                    <a:pt x="474637" y="1208963"/>
                  </a:lnTo>
                  <a:lnTo>
                    <a:pt x="461479" y="1182497"/>
                  </a:lnTo>
                  <a:lnTo>
                    <a:pt x="441439" y="1161846"/>
                  </a:lnTo>
                  <a:lnTo>
                    <a:pt x="416102" y="1148270"/>
                  </a:lnTo>
                  <a:lnTo>
                    <a:pt x="387057" y="1143000"/>
                  </a:lnTo>
                  <a:lnTo>
                    <a:pt x="350494" y="1151115"/>
                  </a:lnTo>
                  <a:lnTo>
                    <a:pt x="320548" y="1173276"/>
                  </a:lnTo>
                  <a:lnTo>
                    <a:pt x="300316" y="1206207"/>
                  </a:lnTo>
                  <a:lnTo>
                    <a:pt x="292887" y="1246657"/>
                  </a:lnTo>
                  <a:lnTo>
                    <a:pt x="292887" y="1387995"/>
                  </a:lnTo>
                  <a:lnTo>
                    <a:pt x="178930" y="1387995"/>
                  </a:lnTo>
                  <a:lnTo>
                    <a:pt x="178930" y="1350302"/>
                  </a:lnTo>
                  <a:lnTo>
                    <a:pt x="186245" y="1348816"/>
                  </a:lnTo>
                  <a:lnTo>
                    <a:pt x="192239" y="1344764"/>
                  </a:lnTo>
                  <a:lnTo>
                    <a:pt x="196278" y="1338770"/>
                  </a:lnTo>
                  <a:lnTo>
                    <a:pt x="197764" y="1331455"/>
                  </a:lnTo>
                  <a:lnTo>
                    <a:pt x="196278" y="1324140"/>
                  </a:lnTo>
                  <a:lnTo>
                    <a:pt x="192239" y="1318145"/>
                  </a:lnTo>
                  <a:lnTo>
                    <a:pt x="186245" y="1314094"/>
                  </a:lnTo>
                  <a:lnTo>
                    <a:pt x="178930" y="1312608"/>
                  </a:lnTo>
                  <a:lnTo>
                    <a:pt x="141262" y="1312608"/>
                  </a:lnTo>
                  <a:lnTo>
                    <a:pt x="133946" y="1314094"/>
                  </a:lnTo>
                  <a:lnTo>
                    <a:pt x="127965" y="1318145"/>
                  </a:lnTo>
                  <a:lnTo>
                    <a:pt x="123913" y="1324140"/>
                  </a:lnTo>
                  <a:lnTo>
                    <a:pt x="122428" y="1331455"/>
                  </a:lnTo>
                  <a:lnTo>
                    <a:pt x="123913" y="1338770"/>
                  </a:lnTo>
                  <a:lnTo>
                    <a:pt x="127965" y="1344764"/>
                  </a:lnTo>
                  <a:lnTo>
                    <a:pt x="133946" y="1348816"/>
                  </a:lnTo>
                  <a:lnTo>
                    <a:pt x="141262" y="1350302"/>
                  </a:lnTo>
                  <a:lnTo>
                    <a:pt x="141262" y="1387995"/>
                  </a:lnTo>
                  <a:lnTo>
                    <a:pt x="18834" y="1387995"/>
                  </a:lnTo>
                  <a:lnTo>
                    <a:pt x="11531" y="1389481"/>
                  </a:lnTo>
                  <a:lnTo>
                    <a:pt x="5537" y="1393532"/>
                  </a:lnTo>
                  <a:lnTo>
                    <a:pt x="1485" y="1399527"/>
                  </a:lnTo>
                  <a:lnTo>
                    <a:pt x="0" y="1406842"/>
                  </a:lnTo>
                  <a:lnTo>
                    <a:pt x="0" y="1425689"/>
                  </a:lnTo>
                  <a:lnTo>
                    <a:pt x="1485" y="1433004"/>
                  </a:lnTo>
                  <a:lnTo>
                    <a:pt x="5537" y="1438998"/>
                  </a:lnTo>
                  <a:lnTo>
                    <a:pt x="11531" y="1443037"/>
                  </a:lnTo>
                  <a:lnTo>
                    <a:pt x="18834" y="1444523"/>
                  </a:lnTo>
                  <a:lnTo>
                    <a:pt x="621550" y="1444523"/>
                  </a:lnTo>
                  <a:lnTo>
                    <a:pt x="628865" y="1443037"/>
                  </a:lnTo>
                  <a:lnTo>
                    <a:pt x="634847" y="1438998"/>
                  </a:lnTo>
                  <a:lnTo>
                    <a:pt x="638898" y="1433004"/>
                  </a:lnTo>
                  <a:lnTo>
                    <a:pt x="640384" y="1425689"/>
                  </a:lnTo>
                  <a:lnTo>
                    <a:pt x="640384" y="1406842"/>
                  </a:lnTo>
                  <a:close/>
                </a:path>
                <a:path w="702944" h="3822700">
                  <a:moveTo>
                    <a:pt x="646379" y="2593390"/>
                  </a:moveTo>
                  <a:lnTo>
                    <a:pt x="119011" y="2593390"/>
                  </a:lnTo>
                  <a:lnTo>
                    <a:pt x="126098" y="2636723"/>
                  </a:lnTo>
                  <a:lnTo>
                    <a:pt x="146278" y="2676626"/>
                  </a:lnTo>
                  <a:lnTo>
                    <a:pt x="178003" y="2711907"/>
                  </a:lnTo>
                  <a:lnTo>
                    <a:pt x="219659" y="2741409"/>
                  </a:lnTo>
                  <a:lnTo>
                    <a:pt x="269684" y="2763939"/>
                  </a:lnTo>
                  <a:lnTo>
                    <a:pt x="269684" y="2838373"/>
                  </a:lnTo>
                  <a:lnTo>
                    <a:pt x="495706" y="2838373"/>
                  </a:lnTo>
                  <a:lnTo>
                    <a:pt x="495706" y="2763939"/>
                  </a:lnTo>
                  <a:lnTo>
                    <a:pt x="545731" y="2741853"/>
                  </a:lnTo>
                  <a:lnTo>
                    <a:pt x="587387" y="2712593"/>
                  </a:lnTo>
                  <a:lnTo>
                    <a:pt x="619112" y="2677299"/>
                  </a:lnTo>
                  <a:lnTo>
                    <a:pt x="639305" y="2637180"/>
                  </a:lnTo>
                  <a:lnTo>
                    <a:pt x="646379" y="2593390"/>
                  </a:lnTo>
                  <a:close/>
                </a:path>
                <a:path w="702944" h="3822700">
                  <a:moveTo>
                    <a:pt x="646379" y="339217"/>
                  </a:moveTo>
                  <a:lnTo>
                    <a:pt x="119011" y="339217"/>
                  </a:lnTo>
                  <a:lnTo>
                    <a:pt x="126098" y="382562"/>
                  </a:lnTo>
                  <a:lnTo>
                    <a:pt x="146278" y="422452"/>
                  </a:lnTo>
                  <a:lnTo>
                    <a:pt x="178003" y="457746"/>
                  </a:lnTo>
                  <a:lnTo>
                    <a:pt x="219659" y="487235"/>
                  </a:lnTo>
                  <a:lnTo>
                    <a:pt x="269684" y="509765"/>
                  </a:lnTo>
                  <a:lnTo>
                    <a:pt x="269684" y="584212"/>
                  </a:lnTo>
                  <a:lnTo>
                    <a:pt x="495706" y="584212"/>
                  </a:lnTo>
                  <a:lnTo>
                    <a:pt x="495706" y="509765"/>
                  </a:lnTo>
                  <a:lnTo>
                    <a:pt x="545731" y="487692"/>
                  </a:lnTo>
                  <a:lnTo>
                    <a:pt x="587387" y="458419"/>
                  </a:lnTo>
                  <a:lnTo>
                    <a:pt x="619112" y="423138"/>
                  </a:lnTo>
                  <a:lnTo>
                    <a:pt x="639305" y="383006"/>
                  </a:lnTo>
                  <a:lnTo>
                    <a:pt x="646379" y="339217"/>
                  </a:lnTo>
                  <a:close/>
                </a:path>
                <a:path w="702944" h="3822700">
                  <a:moveTo>
                    <a:pt x="702894" y="2518003"/>
                  </a:moveTo>
                  <a:lnTo>
                    <a:pt x="701408" y="2510688"/>
                  </a:lnTo>
                  <a:lnTo>
                    <a:pt x="697357" y="2504694"/>
                  </a:lnTo>
                  <a:lnTo>
                    <a:pt x="691362" y="2500655"/>
                  </a:lnTo>
                  <a:lnTo>
                    <a:pt x="684060" y="2499156"/>
                  </a:lnTo>
                  <a:lnTo>
                    <a:pt x="561632" y="2499156"/>
                  </a:lnTo>
                  <a:lnTo>
                    <a:pt x="561632" y="2461476"/>
                  </a:lnTo>
                  <a:lnTo>
                    <a:pt x="568947" y="2459990"/>
                  </a:lnTo>
                  <a:lnTo>
                    <a:pt x="574929" y="2455938"/>
                  </a:lnTo>
                  <a:lnTo>
                    <a:pt x="578980" y="2449944"/>
                  </a:lnTo>
                  <a:lnTo>
                    <a:pt x="580466" y="2442629"/>
                  </a:lnTo>
                  <a:lnTo>
                    <a:pt x="578980" y="2435314"/>
                  </a:lnTo>
                  <a:lnTo>
                    <a:pt x="574929" y="2429319"/>
                  </a:lnTo>
                  <a:lnTo>
                    <a:pt x="568947" y="2425268"/>
                  </a:lnTo>
                  <a:lnTo>
                    <a:pt x="561632" y="2423782"/>
                  </a:lnTo>
                  <a:lnTo>
                    <a:pt x="523963" y="2423782"/>
                  </a:lnTo>
                  <a:lnTo>
                    <a:pt x="516648" y="2425268"/>
                  </a:lnTo>
                  <a:lnTo>
                    <a:pt x="510654" y="2429319"/>
                  </a:lnTo>
                  <a:lnTo>
                    <a:pt x="506615" y="2435314"/>
                  </a:lnTo>
                  <a:lnTo>
                    <a:pt x="505129" y="2442629"/>
                  </a:lnTo>
                  <a:lnTo>
                    <a:pt x="506615" y="2449944"/>
                  </a:lnTo>
                  <a:lnTo>
                    <a:pt x="510654" y="2455938"/>
                  </a:lnTo>
                  <a:lnTo>
                    <a:pt x="516648" y="2459990"/>
                  </a:lnTo>
                  <a:lnTo>
                    <a:pt x="523963" y="2461476"/>
                  </a:lnTo>
                  <a:lnTo>
                    <a:pt x="523963" y="2499156"/>
                  </a:lnTo>
                  <a:lnTo>
                    <a:pt x="410946" y="2499156"/>
                  </a:lnTo>
                  <a:lnTo>
                    <a:pt x="410946" y="2357818"/>
                  </a:lnTo>
                  <a:lnTo>
                    <a:pt x="413918" y="2339327"/>
                  </a:lnTo>
                  <a:lnTo>
                    <a:pt x="422021" y="2324379"/>
                  </a:lnTo>
                  <a:lnTo>
                    <a:pt x="433997" y="2314359"/>
                  </a:lnTo>
                  <a:lnTo>
                    <a:pt x="448614" y="2310714"/>
                  </a:lnTo>
                  <a:lnTo>
                    <a:pt x="460159" y="2313267"/>
                  </a:lnTo>
                  <a:lnTo>
                    <a:pt x="470281" y="2319185"/>
                  </a:lnTo>
                  <a:lnTo>
                    <a:pt x="478282" y="2327935"/>
                  </a:lnTo>
                  <a:lnTo>
                    <a:pt x="483463" y="2338984"/>
                  </a:lnTo>
                  <a:lnTo>
                    <a:pt x="487578" y="2346693"/>
                  </a:lnTo>
                  <a:lnTo>
                    <a:pt x="528637" y="2350668"/>
                  </a:lnTo>
                  <a:lnTo>
                    <a:pt x="538543" y="2326627"/>
                  </a:lnTo>
                  <a:lnTo>
                    <a:pt x="537146" y="2320137"/>
                  </a:lnTo>
                  <a:lnTo>
                    <a:pt x="523989" y="2293658"/>
                  </a:lnTo>
                  <a:lnTo>
                    <a:pt x="503948" y="2273020"/>
                  </a:lnTo>
                  <a:lnTo>
                    <a:pt x="478612" y="2259444"/>
                  </a:lnTo>
                  <a:lnTo>
                    <a:pt x="449567" y="2254173"/>
                  </a:lnTo>
                  <a:lnTo>
                    <a:pt x="412991" y="2262289"/>
                  </a:lnTo>
                  <a:lnTo>
                    <a:pt x="383057" y="2284450"/>
                  </a:lnTo>
                  <a:lnTo>
                    <a:pt x="362813" y="2317381"/>
                  </a:lnTo>
                  <a:lnTo>
                    <a:pt x="355384" y="2357818"/>
                  </a:lnTo>
                  <a:lnTo>
                    <a:pt x="355384" y="2499156"/>
                  </a:lnTo>
                  <a:lnTo>
                    <a:pt x="241439" y="2499156"/>
                  </a:lnTo>
                  <a:lnTo>
                    <a:pt x="241439" y="2461476"/>
                  </a:lnTo>
                  <a:lnTo>
                    <a:pt x="248754" y="2459990"/>
                  </a:lnTo>
                  <a:lnTo>
                    <a:pt x="254736" y="2455938"/>
                  </a:lnTo>
                  <a:lnTo>
                    <a:pt x="258787" y="2449944"/>
                  </a:lnTo>
                  <a:lnTo>
                    <a:pt x="260273" y="2442629"/>
                  </a:lnTo>
                  <a:lnTo>
                    <a:pt x="258787" y="2435314"/>
                  </a:lnTo>
                  <a:lnTo>
                    <a:pt x="254736" y="2429319"/>
                  </a:lnTo>
                  <a:lnTo>
                    <a:pt x="248754" y="2425268"/>
                  </a:lnTo>
                  <a:lnTo>
                    <a:pt x="241439" y="2423782"/>
                  </a:lnTo>
                  <a:lnTo>
                    <a:pt x="203771" y="2423782"/>
                  </a:lnTo>
                  <a:lnTo>
                    <a:pt x="196456" y="2425268"/>
                  </a:lnTo>
                  <a:lnTo>
                    <a:pt x="190461" y="2429319"/>
                  </a:lnTo>
                  <a:lnTo>
                    <a:pt x="186423" y="2435314"/>
                  </a:lnTo>
                  <a:lnTo>
                    <a:pt x="184937" y="2442629"/>
                  </a:lnTo>
                  <a:lnTo>
                    <a:pt x="186423" y="2449944"/>
                  </a:lnTo>
                  <a:lnTo>
                    <a:pt x="190461" y="2455938"/>
                  </a:lnTo>
                  <a:lnTo>
                    <a:pt x="196456" y="2459990"/>
                  </a:lnTo>
                  <a:lnTo>
                    <a:pt x="203771" y="2461476"/>
                  </a:lnTo>
                  <a:lnTo>
                    <a:pt x="203771" y="2499156"/>
                  </a:lnTo>
                  <a:lnTo>
                    <a:pt x="81343" y="2499156"/>
                  </a:lnTo>
                  <a:lnTo>
                    <a:pt x="74028" y="2500655"/>
                  </a:lnTo>
                  <a:lnTo>
                    <a:pt x="68046" y="2504694"/>
                  </a:lnTo>
                  <a:lnTo>
                    <a:pt x="63995" y="2510688"/>
                  </a:lnTo>
                  <a:lnTo>
                    <a:pt x="62509" y="2518003"/>
                  </a:lnTo>
                  <a:lnTo>
                    <a:pt x="62509" y="2536850"/>
                  </a:lnTo>
                  <a:lnTo>
                    <a:pt x="63995" y="2544165"/>
                  </a:lnTo>
                  <a:lnTo>
                    <a:pt x="68046" y="2550160"/>
                  </a:lnTo>
                  <a:lnTo>
                    <a:pt x="74028" y="2554211"/>
                  </a:lnTo>
                  <a:lnTo>
                    <a:pt x="81343" y="2555697"/>
                  </a:lnTo>
                  <a:lnTo>
                    <a:pt x="684060" y="2555697"/>
                  </a:lnTo>
                  <a:lnTo>
                    <a:pt x="691362" y="2554211"/>
                  </a:lnTo>
                  <a:lnTo>
                    <a:pt x="697357" y="2550160"/>
                  </a:lnTo>
                  <a:lnTo>
                    <a:pt x="701408" y="2544165"/>
                  </a:lnTo>
                  <a:lnTo>
                    <a:pt x="702894" y="2536850"/>
                  </a:lnTo>
                  <a:lnTo>
                    <a:pt x="702894" y="2518003"/>
                  </a:lnTo>
                  <a:close/>
                </a:path>
                <a:path w="702944" h="3822700">
                  <a:moveTo>
                    <a:pt x="702894" y="263842"/>
                  </a:moveTo>
                  <a:lnTo>
                    <a:pt x="701408" y="256527"/>
                  </a:lnTo>
                  <a:lnTo>
                    <a:pt x="697357" y="250532"/>
                  </a:lnTo>
                  <a:lnTo>
                    <a:pt x="691362" y="246481"/>
                  </a:lnTo>
                  <a:lnTo>
                    <a:pt x="684060" y="244995"/>
                  </a:lnTo>
                  <a:lnTo>
                    <a:pt x="561632" y="244995"/>
                  </a:lnTo>
                  <a:lnTo>
                    <a:pt x="561632" y="207302"/>
                  </a:lnTo>
                  <a:lnTo>
                    <a:pt x="568947" y="205816"/>
                  </a:lnTo>
                  <a:lnTo>
                    <a:pt x="574929" y="201764"/>
                  </a:lnTo>
                  <a:lnTo>
                    <a:pt x="578980" y="195770"/>
                  </a:lnTo>
                  <a:lnTo>
                    <a:pt x="580466" y="188455"/>
                  </a:lnTo>
                  <a:lnTo>
                    <a:pt x="578980" y="181140"/>
                  </a:lnTo>
                  <a:lnTo>
                    <a:pt x="574929" y="175145"/>
                  </a:lnTo>
                  <a:lnTo>
                    <a:pt x="568947" y="171094"/>
                  </a:lnTo>
                  <a:lnTo>
                    <a:pt x="561632" y="169608"/>
                  </a:lnTo>
                  <a:lnTo>
                    <a:pt x="523963" y="169608"/>
                  </a:lnTo>
                  <a:lnTo>
                    <a:pt x="516648" y="171094"/>
                  </a:lnTo>
                  <a:lnTo>
                    <a:pt x="510654" y="175145"/>
                  </a:lnTo>
                  <a:lnTo>
                    <a:pt x="506615" y="181140"/>
                  </a:lnTo>
                  <a:lnTo>
                    <a:pt x="505129" y="188455"/>
                  </a:lnTo>
                  <a:lnTo>
                    <a:pt x="506615" y="195770"/>
                  </a:lnTo>
                  <a:lnTo>
                    <a:pt x="510654" y="201764"/>
                  </a:lnTo>
                  <a:lnTo>
                    <a:pt x="516648" y="205816"/>
                  </a:lnTo>
                  <a:lnTo>
                    <a:pt x="523963" y="207302"/>
                  </a:lnTo>
                  <a:lnTo>
                    <a:pt x="523963" y="244995"/>
                  </a:lnTo>
                  <a:lnTo>
                    <a:pt x="410946" y="244995"/>
                  </a:lnTo>
                  <a:lnTo>
                    <a:pt x="410946" y="103657"/>
                  </a:lnTo>
                  <a:lnTo>
                    <a:pt x="413918" y="85166"/>
                  </a:lnTo>
                  <a:lnTo>
                    <a:pt x="422021" y="70205"/>
                  </a:lnTo>
                  <a:lnTo>
                    <a:pt x="433997" y="60198"/>
                  </a:lnTo>
                  <a:lnTo>
                    <a:pt x="448614" y="56540"/>
                  </a:lnTo>
                  <a:lnTo>
                    <a:pt x="460159" y="59105"/>
                  </a:lnTo>
                  <a:lnTo>
                    <a:pt x="470281" y="65024"/>
                  </a:lnTo>
                  <a:lnTo>
                    <a:pt x="478282" y="73761"/>
                  </a:lnTo>
                  <a:lnTo>
                    <a:pt x="483463" y="84810"/>
                  </a:lnTo>
                  <a:lnTo>
                    <a:pt x="487578" y="92519"/>
                  </a:lnTo>
                  <a:lnTo>
                    <a:pt x="528637" y="96494"/>
                  </a:lnTo>
                  <a:lnTo>
                    <a:pt x="538543" y="72453"/>
                  </a:lnTo>
                  <a:lnTo>
                    <a:pt x="537146" y="65963"/>
                  </a:lnTo>
                  <a:lnTo>
                    <a:pt x="523989" y="39497"/>
                  </a:lnTo>
                  <a:lnTo>
                    <a:pt x="503948" y="18846"/>
                  </a:lnTo>
                  <a:lnTo>
                    <a:pt x="478612" y="5283"/>
                  </a:lnTo>
                  <a:lnTo>
                    <a:pt x="449567" y="0"/>
                  </a:lnTo>
                  <a:lnTo>
                    <a:pt x="412991" y="8115"/>
                  </a:lnTo>
                  <a:lnTo>
                    <a:pt x="383057" y="30276"/>
                  </a:lnTo>
                  <a:lnTo>
                    <a:pt x="362813" y="63207"/>
                  </a:lnTo>
                  <a:lnTo>
                    <a:pt x="355384" y="103657"/>
                  </a:lnTo>
                  <a:lnTo>
                    <a:pt x="355384" y="244995"/>
                  </a:lnTo>
                  <a:lnTo>
                    <a:pt x="241439" y="244995"/>
                  </a:lnTo>
                  <a:lnTo>
                    <a:pt x="241439" y="207302"/>
                  </a:lnTo>
                  <a:lnTo>
                    <a:pt x="248754" y="205816"/>
                  </a:lnTo>
                  <a:lnTo>
                    <a:pt x="254736" y="201764"/>
                  </a:lnTo>
                  <a:lnTo>
                    <a:pt x="258787" y="195770"/>
                  </a:lnTo>
                  <a:lnTo>
                    <a:pt x="260273" y="188455"/>
                  </a:lnTo>
                  <a:lnTo>
                    <a:pt x="258787" y="181140"/>
                  </a:lnTo>
                  <a:lnTo>
                    <a:pt x="254736" y="175145"/>
                  </a:lnTo>
                  <a:lnTo>
                    <a:pt x="248754" y="171094"/>
                  </a:lnTo>
                  <a:lnTo>
                    <a:pt x="241439" y="169608"/>
                  </a:lnTo>
                  <a:lnTo>
                    <a:pt x="203771" y="169608"/>
                  </a:lnTo>
                  <a:lnTo>
                    <a:pt x="196456" y="171094"/>
                  </a:lnTo>
                  <a:lnTo>
                    <a:pt x="190461" y="175145"/>
                  </a:lnTo>
                  <a:lnTo>
                    <a:pt x="186423" y="181140"/>
                  </a:lnTo>
                  <a:lnTo>
                    <a:pt x="184937" y="188455"/>
                  </a:lnTo>
                  <a:lnTo>
                    <a:pt x="186423" y="195770"/>
                  </a:lnTo>
                  <a:lnTo>
                    <a:pt x="190461" y="201764"/>
                  </a:lnTo>
                  <a:lnTo>
                    <a:pt x="196456" y="205816"/>
                  </a:lnTo>
                  <a:lnTo>
                    <a:pt x="203771" y="207302"/>
                  </a:lnTo>
                  <a:lnTo>
                    <a:pt x="203771" y="244995"/>
                  </a:lnTo>
                  <a:lnTo>
                    <a:pt x="81343" y="244995"/>
                  </a:lnTo>
                  <a:lnTo>
                    <a:pt x="74028" y="246481"/>
                  </a:lnTo>
                  <a:lnTo>
                    <a:pt x="68046" y="250532"/>
                  </a:lnTo>
                  <a:lnTo>
                    <a:pt x="63995" y="256527"/>
                  </a:lnTo>
                  <a:lnTo>
                    <a:pt x="62509" y="263842"/>
                  </a:lnTo>
                  <a:lnTo>
                    <a:pt x="62509" y="282689"/>
                  </a:lnTo>
                  <a:lnTo>
                    <a:pt x="63995" y="290004"/>
                  </a:lnTo>
                  <a:lnTo>
                    <a:pt x="68046" y="295998"/>
                  </a:lnTo>
                  <a:lnTo>
                    <a:pt x="74028" y="300037"/>
                  </a:lnTo>
                  <a:lnTo>
                    <a:pt x="81343" y="301536"/>
                  </a:lnTo>
                  <a:lnTo>
                    <a:pt x="684060" y="301536"/>
                  </a:lnTo>
                  <a:lnTo>
                    <a:pt x="691362" y="300037"/>
                  </a:lnTo>
                  <a:lnTo>
                    <a:pt x="697357" y="295998"/>
                  </a:lnTo>
                  <a:lnTo>
                    <a:pt x="701408" y="290004"/>
                  </a:lnTo>
                  <a:lnTo>
                    <a:pt x="702894" y="282689"/>
                  </a:lnTo>
                  <a:lnTo>
                    <a:pt x="702894" y="26384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12913" y="763930"/>
              <a:ext cx="1821180" cy="5822315"/>
            </a:xfrm>
            <a:custGeom>
              <a:avLst/>
              <a:gdLst/>
              <a:ahLst/>
              <a:cxnLst/>
              <a:rect l="l" t="t" r="r" b="b"/>
              <a:pathLst>
                <a:path w="1821179" h="5822315">
                  <a:moveTo>
                    <a:pt x="1821078" y="0"/>
                  </a:moveTo>
                  <a:lnTo>
                    <a:pt x="0" y="0"/>
                  </a:lnTo>
                  <a:lnTo>
                    <a:pt x="0" y="5822061"/>
                  </a:lnTo>
                  <a:lnTo>
                    <a:pt x="1821078" y="5822061"/>
                  </a:lnTo>
                  <a:lnTo>
                    <a:pt x="1821078" y="0"/>
                  </a:lnTo>
                  <a:close/>
                </a:path>
              </a:pathLst>
            </a:custGeom>
            <a:ln w="381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06170" y="1502587"/>
              <a:ext cx="1078230" cy="1136015"/>
            </a:xfrm>
            <a:custGeom>
              <a:avLst/>
              <a:gdLst/>
              <a:ahLst/>
              <a:cxnLst/>
              <a:rect l="l" t="t" r="r" b="b"/>
              <a:pathLst>
                <a:path w="1078229" h="1136014">
                  <a:moveTo>
                    <a:pt x="709282" y="184746"/>
                  </a:moveTo>
                  <a:lnTo>
                    <a:pt x="680834" y="180822"/>
                  </a:lnTo>
                  <a:lnTo>
                    <a:pt x="680834" y="638937"/>
                  </a:lnTo>
                  <a:lnTo>
                    <a:pt x="678218" y="655523"/>
                  </a:lnTo>
                  <a:lnTo>
                    <a:pt x="671080" y="669048"/>
                  </a:lnTo>
                  <a:lnTo>
                    <a:pt x="660501" y="678180"/>
                  </a:lnTo>
                  <a:lnTo>
                    <a:pt x="647534" y="681520"/>
                  </a:lnTo>
                  <a:lnTo>
                    <a:pt x="636485" y="678662"/>
                  </a:lnTo>
                  <a:lnTo>
                    <a:pt x="627164" y="672579"/>
                  </a:lnTo>
                  <a:lnTo>
                    <a:pt x="620229" y="663867"/>
                  </a:lnTo>
                  <a:lnTo>
                    <a:pt x="616318" y="653135"/>
                  </a:lnTo>
                  <a:lnTo>
                    <a:pt x="553173" y="653135"/>
                  </a:lnTo>
                  <a:lnTo>
                    <a:pt x="553173" y="624751"/>
                  </a:lnTo>
                  <a:lnTo>
                    <a:pt x="616292" y="624751"/>
                  </a:lnTo>
                  <a:lnTo>
                    <a:pt x="620191" y="614019"/>
                  </a:lnTo>
                  <a:lnTo>
                    <a:pt x="627138" y="605307"/>
                  </a:lnTo>
                  <a:lnTo>
                    <a:pt x="636460" y="599224"/>
                  </a:lnTo>
                  <a:lnTo>
                    <a:pt x="647509" y="596366"/>
                  </a:lnTo>
                  <a:lnTo>
                    <a:pt x="660501" y="599706"/>
                  </a:lnTo>
                  <a:lnTo>
                    <a:pt x="671093" y="608838"/>
                  </a:lnTo>
                  <a:lnTo>
                    <a:pt x="678230" y="622363"/>
                  </a:lnTo>
                  <a:lnTo>
                    <a:pt x="680834" y="638937"/>
                  </a:lnTo>
                  <a:lnTo>
                    <a:pt x="680834" y="180822"/>
                  </a:lnTo>
                  <a:lnTo>
                    <a:pt x="297903" y="127977"/>
                  </a:lnTo>
                  <a:lnTo>
                    <a:pt x="297903" y="1135722"/>
                  </a:lnTo>
                  <a:lnTo>
                    <a:pt x="709282" y="1078941"/>
                  </a:lnTo>
                  <a:lnTo>
                    <a:pt x="709282" y="681520"/>
                  </a:lnTo>
                  <a:lnTo>
                    <a:pt x="709282" y="596366"/>
                  </a:lnTo>
                  <a:lnTo>
                    <a:pt x="709282" y="184746"/>
                  </a:lnTo>
                  <a:close/>
                </a:path>
                <a:path w="1078229" h="1136014">
                  <a:moveTo>
                    <a:pt x="1078115" y="1050582"/>
                  </a:moveTo>
                  <a:lnTo>
                    <a:pt x="907884" y="1050582"/>
                  </a:lnTo>
                  <a:lnTo>
                    <a:pt x="907884" y="85115"/>
                  </a:lnTo>
                  <a:lnTo>
                    <a:pt x="907884" y="0"/>
                  </a:lnTo>
                  <a:lnTo>
                    <a:pt x="170230" y="0"/>
                  </a:lnTo>
                  <a:lnTo>
                    <a:pt x="170230" y="85115"/>
                  </a:lnTo>
                  <a:lnTo>
                    <a:pt x="170230" y="1050582"/>
                  </a:lnTo>
                  <a:lnTo>
                    <a:pt x="0" y="1050582"/>
                  </a:lnTo>
                  <a:lnTo>
                    <a:pt x="0" y="1135697"/>
                  </a:lnTo>
                  <a:lnTo>
                    <a:pt x="255346" y="1135697"/>
                  </a:lnTo>
                  <a:lnTo>
                    <a:pt x="255346" y="1050582"/>
                  </a:lnTo>
                  <a:lnTo>
                    <a:pt x="255346" y="85115"/>
                  </a:lnTo>
                  <a:lnTo>
                    <a:pt x="822769" y="85115"/>
                  </a:lnTo>
                  <a:lnTo>
                    <a:pt x="822769" y="1050582"/>
                  </a:lnTo>
                  <a:lnTo>
                    <a:pt x="822769" y="1135697"/>
                  </a:lnTo>
                  <a:lnTo>
                    <a:pt x="1078115" y="1135697"/>
                  </a:lnTo>
                  <a:lnTo>
                    <a:pt x="1078115" y="105058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1206799" y="1916676"/>
            <a:ext cx="810260" cy="857885"/>
            <a:chOff x="11206799" y="1916676"/>
            <a:chExt cx="810260" cy="85788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06799" y="2478688"/>
              <a:ext cx="208293" cy="20840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9374" y="1916676"/>
              <a:ext cx="208293" cy="20840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1432794" y="2084387"/>
              <a:ext cx="584200" cy="690245"/>
            </a:xfrm>
            <a:custGeom>
              <a:avLst/>
              <a:gdLst/>
              <a:ahLst/>
              <a:cxnLst/>
              <a:rect l="l" t="t" r="r" b="b"/>
              <a:pathLst>
                <a:path w="584200" h="690244">
                  <a:moveTo>
                    <a:pt x="423887" y="99834"/>
                  </a:moveTo>
                  <a:lnTo>
                    <a:pt x="397154" y="51803"/>
                  </a:lnTo>
                  <a:lnTo>
                    <a:pt x="352996" y="13639"/>
                  </a:lnTo>
                  <a:lnTo>
                    <a:pt x="326910" y="0"/>
                  </a:lnTo>
                  <a:lnTo>
                    <a:pt x="300990" y="33515"/>
                  </a:lnTo>
                  <a:lnTo>
                    <a:pt x="267131" y="56426"/>
                  </a:lnTo>
                  <a:lnTo>
                    <a:pt x="228282" y="67881"/>
                  </a:lnTo>
                  <a:lnTo>
                    <a:pt x="187413" y="67005"/>
                  </a:lnTo>
                  <a:lnTo>
                    <a:pt x="147472" y="52920"/>
                  </a:lnTo>
                  <a:lnTo>
                    <a:pt x="131648" y="42773"/>
                  </a:lnTo>
                  <a:lnTo>
                    <a:pt x="117487" y="30556"/>
                  </a:lnTo>
                  <a:lnTo>
                    <a:pt x="105181" y="16459"/>
                  </a:lnTo>
                  <a:lnTo>
                    <a:pt x="94957" y="685"/>
                  </a:lnTo>
                  <a:lnTo>
                    <a:pt x="66865" y="15722"/>
                  </a:lnTo>
                  <a:lnTo>
                    <a:pt x="41960" y="35217"/>
                  </a:lnTo>
                  <a:lnTo>
                    <a:pt x="20751" y="58699"/>
                  </a:lnTo>
                  <a:lnTo>
                    <a:pt x="3771" y="85661"/>
                  </a:lnTo>
                  <a:lnTo>
                    <a:pt x="3949" y="86080"/>
                  </a:lnTo>
                  <a:lnTo>
                    <a:pt x="1003" y="95796"/>
                  </a:lnTo>
                  <a:lnTo>
                    <a:pt x="0" y="105803"/>
                  </a:lnTo>
                  <a:lnTo>
                    <a:pt x="952" y="115811"/>
                  </a:lnTo>
                  <a:lnTo>
                    <a:pt x="3873" y="125539"/>
                  </a:lnTo>
                  <a:lnTo>
                    <a:pt x="132715" y="439978"/>
                  </a:lnTo>
                  <a:lnTo>
                    <a:pt x="163322" y="466648"/>
                  </a:lnTo>
                  <a:lnTo>
                    <a:pt x="181000" y="469176"/>
                  </a:lnTo>
                  <a:lnTo>
                    <a:pt x="198958" y="465315"/>
                  </a:lnTo>
                  <a:lnTo>
                    <a:pt x="216090" y="453910"/>
                  </a:lnTo>
                  <a:lnTo>
                    <a:pt x="227126" y="437400"/>
                  </a:lnTo>
                  <a:lnTo>
                    <a:pt x="231178" y="417957"/>
                  </a:lnTo>
                  <a:lnTo>
                    <a:pt x="227291" y="397700"/>
                  </a:lnTo>
                  <a:lnTo>
                    <a:pt x="134670" y="171297"/>
                  </a:lnTo>
                  <a:lnTo>
                    <a:pt x="131279" y="164274"/>
                  </a:lnTo>
                  <a:lnTo>
                    <a:pt x="134226" y="155816"/>
                  </a:lnTo>
                  <a:lnTo>
                    <a:pt x="148272" y="149034"/>
                  </a:lnTo>
                  <a:lnTo>
                    <a:pt x="156718" y="151980"/>
                  </a:lnTo>
                  <a:lnTo>
                    <a:pt x="160756" y="160578"/>
                  </a:lnTo>
                  <a:lnTo>
                    <a:pt x="212140" y="286054"/>
                  </a:lnTo>
                  <a:lnTo>
                    <a:pt x="266484" y="153352"/>
                  </a:lnTo>
                  <a:lnTo>
                    <a:pt x="274726" y="149898"/>
                  </a:lnTo>
                  <a:lnTo>
                    <a:pt x="289179" y="155816"/>
                  </a:lnTo>
                  <a:lnTo>
                    <a:pt x="292620" y="164071"/>
                  </a:lnTo>
                  <a:lnTo>
                    <a:pt x="227406" y="323342"/>
                  </a:lnTo>
                  <a:lnTo>
                    <a:pt x="253466" y="386981"/>
                  </a:lnTo>
                  <a:lnTo>
                    <a:pt x="258940" y="408216"/>
                  </a:lnTo>
                  <a:lnTo>
                    <a:pt x="258495" y="429768"/>
                  </a:lnTo>
                  <a:lnTo>
                    <a:pt x="252336" y="450405"/>
                  </a:lnTo>
                  <a:lnTo>
                    <a:pt x="240652" y="468960"/>
                  </a:lnTo>
                  <a:lnTo>
                    <a:pt x="242049" y="469163"/>
                  </a:lnTo>
                  <a:lnTo>
                    <a:pt x="282041" y="453390"/>
                  </a:lnTo>
                  <a:lnTo>
                    <a:pt x="420408" y="125577"/>
                  </a:lnTo>
                  <a:lnTo>
                    <a:pt x="423799" y="112826"/>
                  </a:lnTo>
                  <a:lnTo>
                    <a:pt x="423887" y="99834"/>
                  </a:lnTo>
                  <a:close/>
                </a:path>
                <a:path w="584200" h="690244">
                  <a:moveTo>
                    <a:pt x="583869" y="473316"/>
                  </a:moveTo>
                  <a:lnTo>
                    <a:pt x="315099" y="455523"/>
                  </a:lnTo>
                  <a:lnTo>
                    <a:pt x="302399" y="472986"/>
                  </a:lnTo>
                  <a:lnTo>
                    <a:pt x="285788" y="486194"/>
                  </a:lnTo>
                  <a:lnTo>
                    <a:pt x="266293" y="494550"/>
                  </a:lnTo>
                  <a:lnTo>
                    <a:pt x="244894" y="497459"/>
                  </a:lnTo>
                  <a:lnTo>
                    <a:pt x="240487" y="497332"/>
                  </a:lnTo>
                  <a:lnTo>
                    <a:pt x="212293" y="490258"/>
                  </a:lnTo>
                  <a:lnTo>
                    <a:pt x="209677" y="491477"/>
                  </a:lnTo>
                  <a:lnTo>
                    <a:pt x="203403" y="493763"/>
                  </a:lnTo>
                  <a:lnTo>
                    <a:pt x="196964" y="495503"/>
                  </a:lnTo>
                  <a:lnTo>
                    <a:pt x="190411" y="496697"/>
                  </a:lnTo>
                  <a:lnTo>
                    <a:pt x="180848" y="497459"/>
                  </a:lnTo>
                  <a:lnTo>
                    <a:pt x="179374" y="497459"/>
                  </a:lnTo>
                  <a:lnTo>
                    <a:pt x="134708" y="483908"/>
                  </a:lnTo>
                  <a:lnTo>
                    <a:pt x="105143" y="447408"/>
                  </a:lnTo>
                  <a:lnTo>
                    <a:pt x="105016" y="446874"/>
                  </a:lnTo>
                  <a:lnTo>
                    <a:pt x="63741" y="462254"/>
                  </a:lnTo>
                  <a:lnTo>
                    <a:pt x="31076" y="489991"/>
                  </a:lnTo>
                  <a:lnTo>
                    <a:pt x="9563" y="527050"/>
                  </a:lnTo>
                  <a:lnTo>
                    <a:pt x="1727" y="570420"/>
                  </a:lnTo>
                  <a:lnTo>
                    <a:pt x="3416" y="585851"/>
                  </a:lnTo>
                  <a:lnTo>
                    <a:pt x="32194" y="619912"/>
                  </a:lnTo>
                  <a:lnTo>
                    <a:pt x="182219" y="688136"/>
                  </a:lnTo>
                  <a:lnTo>
                    <a:pt x="189560" y="689749"/>
                  </a:lnTo>
                  <a:lnTo>
                    <a:pt x="403059" y="689749"/>
                  </a:lnTo>
                  <a:lnTo>
                    <a:pt x="422579" y="686422"/>
                  </a:lnTo>
                  <a:lnTo>
                    <a:pt x="439089" y="676617"/>
                  </a:lnTo>
                  <a:lnTo>
                    <a:pt x="451104" y="661631"/>
                  </a:lnTo>
                  <a:lnTo>
                    <a:pt x="457123" y="642759"/>
                  </a:lnTo>
                  <a:lnTo>
                    <a:pt x="455041" y="622173"/>
                  </a:lnTo>
                  <a:lnTo>
                    <a:pt x="430174" y="591870"/>
                  </a:lnTo>
                  <a:lnTo>
                    <a:pt x="209410" y="585546"/>
                  </a:lnTo>
                  <a:lnTo>
                    <a:pt x="207225" y="585076"/>
                  </a:lnTo>
                  <a:lnTo>
                    <a:pt x="190601" y="577519"/>
                  </a:lnTo>
                  <a:lnTo>
                    <a:pt x="189077" y="573443"/>
                  </a:lnTo>
                  <a:lnTo>
                    <a:pt x="191325" y="568452"/>
                  </a:lnTo>
                  <a:lnTo>
                    <a:pt x="192544" y="567245"/>
                  </a:lnTo>
                  <a:lnTo>
                    <a:pt x="210362" y="559117"/>
                  </a:lnTo>
                  <a:lnTo>
                    <a:pt x="218808" y="557276"/>
                  </a:lnTo>
                  <a:lnTo>
                    <a:pt x="402399" y="557276"/>
                  </a:lnTo>
                  <a:lnTo>
                    <a:pt x="457542" y="577519"/>
                  </a:lnTo>
                  <a:lnTo>
                    <a:pt x="485178" y="629386"/>
                  </a:lnTo>
                  <a:lnTo>
                    <a:pt x="485432" y="642835"/>
                  </a:lnTo>
                  <a:lnTo>
                    <a:pt x="483438" y="656031"/>
                  </a:lnTo>
                  <a:lnTo>
                    <a:pt x="479272" y="668718"/>
                  </a:lnTo>
                  <a:lnTo>
                    <a:pt x="472998" y="680618"/>
                  </a:lnTo>
                  <a:lnTo>
                    <a:pt x="583869" y="680618"/>
                  </a:lnTo>
                  <a:lnTo>
                    <a:pt x="583869" y="47331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1648593" y="2930308"/>
            <a:ext cx="389255" cy="782955"/>
            <a:chOff x="11648593" y="2930308"/>
            <a:chExt cx="389255" cy="782955"/>
          </a:xfrm>
        </p:grpSpPr>
        <p:sp>
          <p:nvSpPr>
            <p:cNvPr id="25" name="object 25"/>
            <p:cNvSpPr/>
            <p:nvPr/>
          </p:nvSpPr>
          <p:spPr>
            <a:xfrm>
              <a:off x="11654871" y="2936583"/>
              <a:ext cx="377190" cy="770890"/>
            </a:xfrm>
            <a:custGeom>
              <a:avLst/>
              <a:gdLst/>
              <a:ahLst/>
              <a:cxnLst/>
              <a:rect l="l" t="t" r="r" b="b"/>
              <a:pathLst>
                <a:path w="377190" h="770889">
                  <a:moveTo>
                    <a:pt x="56504" y="770393"/>
                  </a:moveTo>
                  <a:lnTo>
                    <a:pt x="160095" y="421756"/>
                  </a:lnTo>
                  <a:lnTo>
                    <a:pt x="0" y="421756"/>
                  </a:lnTo>
                  <a:lnTo>
                    <a:pt x="79284" y="0"/>
                  </a:lnTo>
                  <a:lnTo>
                    <a:pt x="316235" y="0"/>
                  </a:lnTo>
                  <a:lnTo>
                    <a:pt x="216589" y="308685"/>
                  </a:lnTo>
                  <a:lnTo>
                    <a:pt x="376694" y="308685"/>
                  </a:lnTo>
                  <a:lnTo>
                    <a:pt x="56504" y="770393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654870" y="2936585"/>
              <a:ext cx="377190" cy="770890"/>
            </a:xfrm>
            <a:custGeom>
              <a:avLst/>
              <a:gdLst/>
              <a:ahLst/>
              <a:cxnLst/>
              <a:rect l="l" t="t" r="r" b="b"/>
              <a:pathLst>
                <a:path w="377190" h="770889">
                  <a:moveTo>
                    <a:pt x="56504" y="770393"/>
                  </a:moveTo>
                  <a:lnTo>
                    <a:pt x="160095" y="421756"/>
                  </a:lnTo>
                  <a:lnTo>
                    <a:pt x="0" y="421756"/>
                  </a:lnTo>
                  <a:lnTo>
                    <a:pt x="79294" y="0"/>
                  </a:lnTo>
                  <a:lnTo>
                    <a:pt x="316235" y="0"/>
                  </a:lnTo>
                  <a:lnTo>
                    <a:pt x="216599" y="308685"/>
                  </a:lnTo>
                  <a:lnTo>
                    <a:pt x="376694" y="308685"/>
                  </a:lnTo>
                  <a:lnTo>
                    <a:pt x="56504" y="770393"/>
                  </a:lnTo>
                  <a:close/>
                </a:path>
              </a:pathLst>
            </a:custGeom>
            <a:ln w="125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0379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44290" algn="l"/>
              </a:tabLst>
            </a:pPr>
            <a:r>
              <a:rPr dirty="0"/>
              <a:t>Evacuation</a:t>
            </a:r>
            <a:r>
              <a:rPr spc="-45" dirty="0"/>
              <a:t> </a:t>
            </a:r>
            <a:r>
              <a:rPr spc="-10" dirty="0"/>
              <a:t>Muster</a:t>
            </a:r>
            <a:r>
              <a:rPr dirty="0"/>
              <a:t>	</a:t>
            </a:r>
            <a:r>
              <a:rPr spc="-20" dirty="0"/>
              <a:t>Spot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" y="933462"/>
            <a:ext cx="12192000" cy="5919470"/>
            <a:chOff x="25" y="933462"/>
            <a:chExt cx="12192000" cy="59194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" y="933462"/>
              <a:ext cx="12191973" cy="591914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42927" y="4097435"/>
              <a:ext cx="497840" cy="463550"/>
            </a:xfrm>
            <a:custGeom>
              <a:avLst/>
              <a:gdLst/>
              <a:ahLst/>
              <a:cxnLst/>
              <a:rect l="l" t="t" r="r" b="b"/>
              <a:pathLst>
                <a:path w="497840" h="463550">
                  <a:moveTo>
                    <a:pt x="248856" y="0"/>
                  </a:moveTo>
                  <a:lnTo>
                    <a:pt x="190106" y="176847"/>
                  </a:lnTo>
                  <a:lnTo>
                    <a:pt x="0" y="176847"/>
                  </a:lnTo>
                  <a:lnTo>
                    <a:pt x="153797" y="286143"/>
                  </a:lnTo>
                  <a:lnTo>
                    <a:pt x="95059" y="462991"/>
                  </a:lnTo>
                  <a:lnTo>
                    <a:pt x="248856" y="353695"/>
                  </a:lnTo>
                  <a:lnTo>
                    <a:pt x="402653" y="462991"/>
                  </a:lnTo>
                  <a:lnTo>
                    <a:pt x="343903" y="286143"/>
                  </a:lnTo>
                  <a:lnTo>
                    <a:pt x="497713" y="176847"/>
                  </a:lnTo>
                  <a:lnTo>
                    <a:pt x="307606" y="176847"/>
                  </a:lnTo>
                  <a:lnTo>
                    <a:pt x="24885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42927" y="4097435"/>
              <a:ext cx="497840" cy="463550"/>
            </a:xfrm>
            <a:custGeom>
              <a:avLst/>
              <a:gdLst/>
              <a:ahLst/>
              <a:cxnLst/>
              <a:rect l="l" t="t" r="r" b="b"/>
              <a:pathLst>
                <a:path w="497840" h="463550">
                  <a:moveTo>
                    <a:pt x="0" y="176847"/>
                  </a:moveTo>
                  <a:lnTo>
                    <a:pt x="190106" y="176847"/>
                  </a:lnTo>
                  <a:lnTo>
                    <a:pt x="248856" y="0"/>
                  </a:lnTo>
                  <a:lnTo>
                    <a:pt x="307606" y="176847"/>
                  </a:lnTo>
                  <a:lnTo>
                    <a:pt x="497713" y="176847"/>
                  </a:lnTo>
                  <a:lnTo>
                    <a:pt x="343903" y="286143"/>
                  </a:lnTo>
                  <a:lnTo>
                    <a:pt x="402653" y="462991"/>
                  </a:lnTo>
                  <a:lnTo>
                    <a:pt x="248856" y="353695"/>
                  </a:lnTo>
                  <a:lnTo>
                    <a:pt x="95059" y="462991"/>
                  </a:lnTo>
                  <a:lnTo>
                    <a:pt x="153797" y="286143"/>
                  </a:lnTo>
                  <a:lnTo>
                    <a:pt x="0" y="176847"/>
                  </a:lnTo>
                  <a:close/>
                </a:path>
              </a:pathLst>
            </a:custGeom>
            <a:ln w="12700">
              <a:solidFill>
                <a:srgbClr val="6C4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20363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4849-43D9-F285-0C96-E68A249E6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Creation and Copyright Information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6676A6-963A-CC7B-AD82-F67D5AE33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/>
              <a:t>Last updated: 2026/8/24</a:t>
            </a:r>
            <a:r>
              <a:rPr lang="en-US" dirty="0"/>
              <a:t> By: Heather Talbott</a:t>
            </a:r>
          </a:p>
          <a:p>
            <a:endParaRPr lang="en-US" dirty="0"/>
          </a:p>
          <a:p>
            <a:r>
              <a:rPr lang="en-US" dirty="0"/>
              <a:t>This work is licensed under Creative Commons Attribution-</a:t>
            </a:r>
            <a:r>
              <a:rPr lang="en-US" dirty="0" err="1"/>
              <a:t>NonCommercial</a:t>
            </a:r>
            <a:r>
              <a:rPr lang="en-US" dirty="0"/>
              <a:t>-</a:t>
            </a:r>
            <a:r>
              <a:rPr lang="en-US" dirty="0" err="1"/>
              <a:t>ShareAlike</a:t>
            </a:r>
            <a:r>
              <a:rPr lang="en-US" dirty="0"/>
              <a:t> 4.0 International License: CC BY-NC-SA 4.0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content was drafted and/or edited with the following tools and has been thoroughly revised and reviewed for accuracy:</a:t>
            </a:r>
          </a:p>
          <a:p>
            <a:endParaRPr lang="en-US" dirty="0"/>
          </a:p>
          <a:p>
            <a:r>
              <a:rPr lang="en-US" dirty="0"/>
              <a:t>OpenAI. (2026). ChatGPT (GPT-5) [Large language model]. https://chat.openai.com/Links to an external site.</a:t>
            </a:r>
          </a:p>
          <a:p>
            <a:endParaRPr lang="en-US" dirty="0"/>
          </a:p>
          <a:p>
            <a:r>
              <a:rPr lang="en-US" dirty="0"/>
              <a:t>Microsoft. (2026) Copilot (GPT-4) [Large language model]. https://copilot.microsoft.com/.</a:t>
            </a:r>
          </a:p>
          <a:p>
            <a:endParaRPr lang="en-US" dirty="0"/>
          </a:p>
          <a:p>
            <a:r>
              <a:rPr lang="en-US" dirty="0"/>
              <a:t>Grammarly. (2026). Grammarly (Version 14.1268.0) [Software]. https://www.grammarly.com/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63F3CC-FE3E-9FC8-1BE5-C6EDA556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A21D-6966-49D2-BB75-1556DA774317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EFCE-E904-A617-65C4-E4A9CCCC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D17C8-DF3F-3B76-F257-C1EDB323E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610061"/>
      </p:ext>
    </p:extLst>
  </p:cSld>
  <p:clrMapOvr>
    <a:masterClrMapping/>
  </p:clrMapOvr>
</p:sld>
</file>

<file path=ppt/theme/theme1.xml><?xml version="1.0" encoding="utf-8"?>
<a:theme xmlns:a="http://schemas.openxmlformats.org/drawingml/2006/main" name="MaxSpace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tkinson Hyperlegible"/>
        <a:ea typeface=""/>
        <a:cs typeface=""/>
      </a:majorFont>
      <a:minorFont>
        <a:latin typeface="Atkinson Hyperlegibl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xSpace3" id="{88E86E54-7D37-4475-AE50-0DE0FDB435EC}" vid="{217E897A-C42D-4436-87F4-046D4F28027B}"/>
    </a:ext>
  </a:extLst>
</a:theme>
</file>

<file path=ppt/theme/theme2.xml><?xml version="1.0" encoding="utf-8"?>
<a:theme xmlns:a="http://schemas.openxmlformats.org/drawingml/2006/main" name="MaxSpaceWhi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tkinson Hyperlegible"/>
        <a:ea typeface=""/>
        <a:cs typeface=""/>
      </a:majorFont>
      <a:minorFont>
        <a:latin typeface="Atkinson Hyperlegibl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xSpaceWhite" id="{054100ED-EDC7-4C51-9EA6-B022221B5C52}" vid="{9492CADB-6A92-4D63-A4D7-81BCEAB3385B}"/>
    </a:ext>
  </a:extLst>
</a:theme>
</file>

<file path=ppt/theme/theme3.xml><?xml version="1.0" encoding="utf-8"?>
<a:theme xmlns:a="http://schemas.openxmlformats.org/drawingml/2006/main" name="MaxSpace0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tkinson Hyperlegible"/>
        <a:ea typeface=""/>
        <a:cs typeface=""/>
      </a:majorFont>
      <a:minorFont>
        <a:latin typeface="Atkinson Hyperlegibl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xSpace03" id="{E12A5F9C-E412-4180-ABF9-25308623C52C}" vid="{3A07078C-2F43-4260-8599-54872DA80532}"/>
    </a:ext>
  </a:extLst>
</a:theme>
</file>

<file path=ppt/theme/theme4.xml><?xml version="1.0" encoding="utf-8"?>
<a:theme xmlns:a="http://schemas.openxmlformats.org/drawingml/2006/main" name="1_MaxSpaceWhi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tkinson Hyperlegible"/>
        <a:ea typeface=""/>
        <a:cs typeface=""/>
      </a:majorFont>
      <a:minorFont>
        <a:latin typeface="Atkinson Hyperlegibl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xSpaceWhite" id="{054100ED-EDC7-4C51-9EA6-B022221B5C52}" vid="{9492CADB-6A92-4D63-A4D7-81BCEAB3385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MaxSpace3</Template>
  <TotalTime>3594</TotalTime>
  <Words>1441</Words>
  <Application>Microsoft Office PowerPoint</Application>
  <PresentationFormat>Widescreen</PresentationFormat>
  <Paragraphs>235</Paragraphs>
  <Slides>27</Slides>
  <Notes>4</Notes>
  <HiddenSlides>1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MaxSpace3</vt:lpstr>
      <vt:lpstr>MaxSpaceWhite</vt:lpstr>
      <vt:lpstr>MaxSpace03</vt:lpstr>
      <vt:lpstr>1_MaxSpaceWhite</vt:lpstr>
      <vt:lpstr>Who are You?</vt:lpstr>
      <vt:lpstr>Dr. Talbott</vt:lpstr>
      <vt:lpstr>Dr. Talbott</vt:lpstr>
      <vt:lpstr>Classes Live and Recorded</vt:lpstr>
      <vt:lpstr>Values &amp; Listening Activity</vt:lpstr>
      <vt:lpstr>Who are you as a group?</vt:lpstr>
      <vt:lpstr>Teaching Philosophy</vt:lpstr>
      <vt:lpstr>My Values</vt:lpstr>
      <vt:lpstr>PowerPoint Presentation</vt:lpstr>
      <vt:lpstr>Logistics and Layout</vt:lpstr>
      <vt:lpstr>Course Goals</vt:lpstr>
      <vt:lpstr>Course Goals</vt:lpstr>
      <vt:lpstr>Course Trigger Warnings</vt:lpstr>
      <vt:lpstr>Contacting Dr. Talbott</vt:lpstr>
      <vt:lpstr>Course Materials</vt:lpstr>
      <vt:lpstr>Course Materials</vt:lpstr>
      <vt:lpstr>Grading</vt:lpstr>
      <vt:lpstr>Other Projects</vt:lpstr>
      <vt:lpstr>Lab Practical Quizzes</vt:lpstr>
      <vt:lpstr>Extra Credit Bingo</vt:lpstr>
      <vt:lpstr>Attendance</vt:lpstr>
      <vt:lpstr>AI and Learning</vt:lpstr>
      <vt:lpstr>IDK points</vt:lpstr>
      <vt:lpstr>Lab Safety</vt:lpstr>
      <vt:lpstr>Podium</vt:lpstr>
      <vt:lpstr>Evacuation Muster Spot</vt:lpstr>
      <vt:lpstr>Creation and Copyright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Human Anatomy</dc:title>
  <dc:creator>Talbott, Heather</dc:creator>
  <cp:lastModifiedBy>Talbott, Heather</cp:lastModifiedBy>
  <cp:revision>56</cp:revision>
  <dcterms:created xsi:type="dcterms:W3CDTF">2023-08-19T22:28:05Z</dcterms:created>
  <dcterms:modified xsi:type="dcterms:W3CDTF">2026-08-25T20:53:07Z</dcterms:modified>
</cp:coreProperties>
</file>